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967" r:id="rId1"/>
    <p:sldMasterId id="2147483970" r:id="rId2"/>
  </p:sldMasterIdLst>
  <p:notesMasterIdLst>
    <p:notesMasterId r:id="rId25"/>
  </p:notesMasterIdLst>
  <p:handoutMasterIdLst>
    <p:handoutMasterId r:id="rId26"/>
  </p:handoutMasterIdLst>
  <p:sldIdLst>
    <p:sldId id="2113416831" r:id="rId3"/>
    <p:sldId id="819" r:id="rId4"/>
    <p:sldId id="2113416868" r:id="rId5"/>
    <p:sldId id="2113416832" r:id="rId6"/>
    <p:sldId id="2113416855" r:id="rId7"/>
    <p:sldId id="2113416856" r:id="rId8"/>
    <p:sldId id="2113416857" r:id="rId9"/>
    <p:sldId id="2113416870" r:id="rId10"/>
    <p:sldId id="2113416858" r:id="rId11"/>
    <p:sldId id="2113416859" r:id="rId12"/>
    <p:sldId id="2113416861" r:id="rId13"/>
    <p:sldId id="2113416860" r:id="rId14"/>
    <p:sldId id="2113416862" r:id="rId15"/>
    <p:sldId id="2113416863" r:id="rId16"/>
    <p:sldId id="2113416864" r:id="rId17"/>
    <p:sldId id="2113416869" r:id="rId18"/>
    <p:sldId id="2113416865" r:id="rId19"/>
    <p:sldId id="2113416866" r:id="rId20"/>
    <p:sldId id="2113416871" r:id="rId21"/>
    <p:sldId id="2113416867" r:id="rId22"/>
    <p:sldId id="2113416872" r:id="rId23"/>
    <p:sldId id="2113416854" r:id="rId24"/>
  </p:sldIdLst>
  <p:sldSz cx="12192000" cy="6858000"/>
  <p:notesSz cx="7315200" cy="9601200"/>
  <p:defaultTextStyle>
    <a:defPPr>
      <a:defRPr lang="en-US"/>
    </a:defPPr>
    <a:lvl1pPr algn="l" rtl="0" eaLnBrk="0" fontAlgn="base" hangingPunct="0">
      <a:spcBef>
        <a:spcPct val="0"/>
      </a:spcBef>
      <a:spcAft>
        <a:spcPct val="0"/>
      </a:spcAft>
      <a:defRPr sz="4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4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4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4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4400" kern="1200">
        <a:solidFill>
          <a:schemeClr val="tx1"/>
        </a:solidFill>
        <a:latin typeface="Times New Roman" pitchFamily="18" charset="0"/>
        <a:ea typeface="+mn-ea"/>
        <a:cs typeface="+mn-cs"/>
      </a:defRPr>
    </a:lvl5pPr>
    <a:lvl6pPr marL="2286000" algn="l" defTabSz="914400" rtl="0" eaLnBrk="1" latinLnBrk="0" hangingPunct="1">
      <a:defRPr sz="4400" kern="1200">
        <a:solidFill>
          <a:schemeClr val="tx1"/>
        </a:solidFill>
        <a:latin typeface="Times New Roman" pitchFamily="18" charset="0"/>
        <a:ea typeface="+mn-ea"/>
        <a:cs typeface="+mn-cs"/>
      </a:defRPr>
    </a:lvl6pPr>
    <a:lvl7pPr marL="2743200" algn="l" defTabSz="914400" rtl="0" eaLnBrk="1" latinLnBrk="0" hangingPunct="1">
      <a:defRPr sz="4400" kern="1200">
        <a:solidFill>
          <a:schemeClr val="tx1"/>
        </a:solidFill>
        <a:latin typeface="Times New Roman" pitchFamily="18" charset="0"/>
        <a:ea typeface="+mn-ea"/>
        <a:cs typeface="+mn-cs"/>
      </a:defRPr>
    </a:lvl7pPr>
    <a:lvl8pPr marL="3200400" algn="l" defTabSz="914400" rtl="0" eaLnBrk="1" latinLnBrk="0" hangingPunct="1">
      <a:defRPr sz="4400" kern="1200">
        <a:solidFill>
          <a:schemeClr val="tx1"/>
        </a:solidFill>
        <a:latin typeface="Times New Roman" pitchFamily="18" charset="0"/>
        <a:ea typeface="+mn-ea"/>
        <a:cs typeface="+mn-cs"/>
      </a:defRPr>
    </a:lvl8pPr>
    <a:lvl9pPr marL="3657600" algn="l" defTabSz="914400" rtl="0" eaLnBrk="1" latinLnBrk="0" hangingPunct="1">
      <a:defRPr sz="4400" kern="1200">
        <a:solidFill>
          <a:schemeClr val="tx1"/>
        </a:solidFill>
        <a:latin typeface="Times New Roman" pitchFamily="18" charset="0"/>
        <a:ea typeface="+mn-ea"/>
        <a:cs typeface="+mn-cs"/>
      </a:defRPr>
    </a:lvl9pPr>
  </p:defaultTextStyle>
  <p:extLst>
    <p:ext uri="{521415D9-36F7-43E2-AB2F-B90AF26B5E84}">
      <p14:sectionLst xmlns:p14="http://schemas.microsoft.com/office/powerpoint/2010/main">
        <p14:section name="Default Section" id="{3004909D-4BE1-43FD-BED3-FC202CB35881}">
          <p14:sldIdLst>
            <p14:sldId id="2113416831"/>
            <p14:sldId id="819"/>
            <p14:sldId id="2113416868"/>
            <p14:sldId id="2113416832"/>
            <p14:sldId id="2113416855"/>
            <p14:sldId id="2113416856"/>
            <p14:sldId id="2113416857"/>
            <p14:sldId id="2113416870"/>
            <p14:sldId id="2113416858"/>
            <p14:sldId id="2113416859"/>
            <p14:sldId id="2113416861"/>
            <p14:sldId id="2113416860"/>
            <p14:sldId id="2113416862"/>
            <p14:sldId id="2113416863"/>
            <p14:sldId id="2113416864"/>
            <p14:sldId id="2113416869"/>
            <p14:sldId id="2113416865"/>
            <p14:sldId id="2113416866"/>
            <p14:sldId id="2113416871"/>
            <p14:sldId id="2113416867"/>
            <p14:sldId id="2113416872"/>
            <p14:sldId id="211341685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hidden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5757"/>
    <a:srgbClr val="AAB4B4"/>
    <a:srgbClr val="005557"/>
    <a:srgbClr val="7F7F7F"/>
    <a:srgbClr val="CCCC00"/>
    <a:srgbClr val="99FFCC"/>
    <a:srgbClr val="00FF00"/>
    <a:srgbClr val="FF0000"/>
    <a:srgbClr val="FF66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991291-7D3D-4CFF-A074-7327D971A1EF}" v="17" dt="2025-11-14T19:27:13.044"/>
    <p1510:client id="{DEAFAFC9-906D-43BB-891F-B0893802280C}" v="5050" dt="2025-11-15T18:25:48.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 Henderson" userId="81207418e03c3f7a" providerId="LiveId" clId="{64834AE3-9290-469E-9C0C-F4F876EFC8D1}"/>
    <pc:docChg chg="undo redo custSel addSld modSld sldOrd modSection">
      <pc:chgData name="Justin Henderson" userId="81207418e03c3f7a" providerId="LiveId" clId="{64834AE3-9290-469E-9C0C-F4F876EFC8D1}" dt="2025-11-15T18:25:48.234" v="5056"/>
      <pc:docMkLst>
        <pc:docMk/>
      </pc:docMkLst>
      <pc:sldChg chg="addSp delSp modSp mod">
        <pc:chgData name="Justin Henderson" userId="81207418e03c3f7a" providerId="LiveId" clId="{64834AE3-9290-469E-9C0C-F4F876EFC8D1}" dt="2025-11-15T17:46:54.048" v="3408" actId="1076"/>
        <pc:sldMkLst>
          <pc:docMk/>
          <pc:sldMk cId="1483439235" sldId="2113416854"/>
        </pc:sldMkLst>
        <pc:spChg chg="add mod">
          <ac:chgData name="Justin Henderson" userId="81207418e03c3f7a" providerId="LiveId" clId="{64834AE3-9290-469E-9C0C-F4F876EFC8D1}" dt="2025-11-15T17:46:54.048" v="3408" actId="1076"/>
          <ac:spMkLst>
            <pc:docMk/>
            <pc:sldMk cId="1483439235" sldId="2113416854"/>
            <ac:spMk id="4" creationId="{7DBBE458-2143-986A-C52F-F041B218400C}"/>
          </ac:spMkLst>
        </pc:spChg>
        <pc:spChg chg="mod">
          <ac:chgData name="Justin Henderson" userId="81207418e03c3f7a" providerId="LiveId" clId="{64834AE3-9290-469E-9C0C-F4F876EFC8D1}" dt="2025-11-15T17:46:20.556" v="3381" actId="20577"/>
          <ac:spMkLst>
            <pc:docMk/>
            <pc:sldMk cId="1483439235" sldId="2113416854"/>
            <ac:spMk id="6" creationId="{A3A977AA-18CE-B79B-25D4-28FE0AB5A3C5}"/>
          </ac:spMkLst>
        </pc:spChg>
        <pc:spChg chg="del">
          <ac:chgData name="Justin Henderson" userId="81207418e03c3f7a" providerId="LiveId" clId="{64834AE3-9290-469E-9C0C-F4F876EFC8D1}" dt="2025-11-15T17:33:50.566" v="3221" actId="478"/>
          <ac:spMkLst>
            <pc:docMk/>
            <pc:sldMk cId="1483439235" sldId="2113416854"/>
            <ac:spMk id="7" creationId="{D09441DB-526E-4C6C-EA31-759A64068F15}"/>
          </ac:spMkLst>
        </pc:spChg>
        <pc:picChg chg="del">
          <ac:chgData name="Justin Henderson" userId="81207418e03c3f7a" providerId="LiveId" clId="{64834AE3-9290-469E-9C0C-F4F876EFC8D1}" dt="2025-11-15T17:33:29.942" v="3202" actId="478"/>
          <ac:picMkLst>
            <pc:docMk/>
            <pc:sldMk cId="1483439235" sldId="2113416854"/>
            <ac:picMk id="1026" creationId="{B84B011F-EDF8-E686-B8CB-109D2A4F27FC}"/>
          </ac:picMkLst>
        </pc:picChg>
        <pc:picChg chg="add mod">
          <ac:chgData name="Justin Henderson" userId="81207418e03c3f7a" providerId="LiveId" clId="{64834AE3-9290-469E-9C0C-F4F876EFC8D1}" dt="2025-11-15T17:46:13.633" v="3377" actId="1076"/>
          <ac:picMkLst>
            <pc:docMk/>
            <pc:sldMk cId="1483439235" sldId="2113416854"/>
            <ac:picMk id="2050" creationId="{050BB57C-81BB-FA53-C403-3DD43BEACAB7}"/>
          </ac:picMkLst>
        </pc:picChg>
        <pc:cxnChg chg="add mod">
          <ac:chgData name="Justin Henderson" userId="81207418e03c3f7a" providerId="LiveId" clId="{64834AE3-9290-469E-9C0C-F4F876EFC8D1}" dt="2025-11-15T17:46:36.625" v="3385" actId="1582"/>
          <ac:cxnSpMkLst>
            <pc:docMk/>
            <pc:sldMk cId="1483439235" sldId="2113416854"/>
            <ac:cxnSpMk id="3" creationId="{065B16B2-A64B-7202-23F9-3D625415939C}"/>
          </ac:cxnSpMkLst>
        </pc:cxnChg>
        <pc:cxnChg chg="del">
          <ac:chgData name="Justin Henderson" userId="81207418e03c3f7a" providerId="LiveId" clId="{64834AE3-9290-469E-9C0C-F4F876EFC8D1}" dt="2025-11-15T17:33:31.809" v="3203" actId="478"/>
          <ac:cxnSpMkLst>
            <pc:docMk/>
            <pc:sldMk cId="1483439235" sldId="2113416854"/>
            <ac:cxnSpMk id="8" creationId="{3533997F-0340-3F59-EA19-D2E89CBB18CD}"/>
          </ac:cxnSpMkLst>
        </pc:cxnChg>
      </pc:sldChg>
      <pc:sldChg chg="modSp mod">
        <pc:chgData name="Justin Henderson" userId="81207418e03c3f7a" providerId="LiveId" clId="{64834AE3-9290-469E-9C0C-F4F876EFC8D1}" dt="2025-11-15T17:34:52.026" v="3249" actId="20577"/>
        <pc:sldMkLst>
          <pc:docMk/>
          <pc:sldMk cId="731133423" sldId="2113416856"/>
        </pc:sldMkLst>
        <pc:spChg chg="mod">
          <ac:chgData name="Justin Henderson" userId="81207418e03c3f7a" providerId="LiveId" clId="{64834AE3-9290-469E-9C0C-F4F876EFC8D1}" dt="2025-11-15T17:34:52.026" v="3249" actId="20577"/>
          <ac:spMkLst>
            <pc:docMk/>
            <pc:sldMk cId="731133423" sldId="2113416856"/>
            <ac:spMk id="6" creationId="{FA74BDF5-252F-7F8D-3728-6A9B1E9DC7F3}"/>
          </ac:spMkLst>
        </pc:spChg>
      </pc:sldChg>
      <pc:sldChg chg="modSp mod">
        <pc:chgData name="Justin Henderson" userId="81207418e03c3f7a" providerId="LiveId" clId="{64834AE3-9290-469E-9C0C-F4F876EFC8D1}" dt="2025-11-15T16:51:15.054" v="3" actId="113"/>
        <pc:sldMkLst>
          <pc:docMk/>
          <pc:sldMk cId="3995226394" sldId="2113416858"/>
        </pc:sldMkLst>
        <pc:spChg chg="mod">
          <ac:chgData name="Justin Henderson" userId="81207418e03c3f7a" providerId="LiveId" clId="{64834AE3-9290-469E-9C0C-F4F876EFC8D1}" dt="2025-11-15T16:51:08.043" v="0" actId="113"/>
          <ac:spMkLst>
            <pc:docMk/>
            <pc:sldMk cId="3995226394" sldId="2113416858"/>
            <ac:spMk id="8" creationId="{E1612794-7056-715C-24AA-C0C3C55EDD92}"/>
          </ac:spMkLst>
        </pc:spChg>
        <pc:spChg chg="mod">
          <ac:chgData name="Justin Henderson" userId="81207418e03c3f7a" providerId="LiveId" clId="{64834AE3-9290-469E-9C0C-F4F876EFC8D1}" dt="2025-11-15T16:51:13.073" v="2" actId="113"/>
          <ac:spMkLst>
            <pc:docMk/>
            <pc:sldMk cId="3995226394" sldId="2113416858"/>
            <ac:spMk id="9" creationId="{52C90BDB-2B40-0764-2F39-3698518F5C8A}"/>
          </ac:spMkLst>
        </pc:spChg>
        <pc:spChg chg="mod">
          <ac:chgData name="Justin Henderson" userId="81207418e03c3f7a" providerId="LiveId" clId="{64834AE3-9290-469E-9C0C-F4F876EFC8D1}" dt="2025-11-15T16:51:10.721" v="1" actId="113"/>
          <ac:spMkLst>
            <pc:docMk/>
            <pc:sldMk cId="3995226394" sldId="2113416858"/>
            <ac:spMk id="10" creationId="{EA19E328-4D94-6C6A-5C29-2C2F5CF251BE}"/>
          </ac:spMkLst>
        </pc:spChg>
        <pc:spChg chg="mod">
          <ac:chgData name="Justin Henderson" userId="81207418e03c3f7a" providerId="LiveId" clId="{64834AE3-9290-469E-9C0C-F4F876EFC8D1}" dt="2025-11-15T16:51:15.054" v="3" actId="113"/>
          <ac:spMkLst>
            <pc:docMk/>
            <pc:sldMk cId="3995226394" sldId="2113416858"/>
            <ac:spMk id="11" creationId="{8302CFF0-713D-BB31-D256-57C33DE64A92}"/>
          </ac:spMkLst>
        </pc:spChg>
      </pc:sldChg>
      <pc:sldChg chg="modSp mod">
        <pc:chgData name="Justin Henderson" userId="81207418e03c3f7a" providerId="LiveId" clId="{64834AE3-9290-469E-9C0C-F4F876EFC8D1}" dt="2025-11-15T17:04:52.687" v="775" actId="113"/>
        <pc:sldMkLst>
          <pc:docMk/>
          <pc:sldMk cId="811980647" sldId="2113416859"/>
        </pc:sldMkLst>
        <pc:spChg chg="mod">
          <ac:chgData name="Justin Henderson" userId="81207418e03c3f7a" providerId="LiveId" clId="{64834AE3-9290-469E-9C0C-F4F876EFC8D1}" dt="2025-11-15T17:04:52.687" v="775" actId="113"/>
          <ac:spMkLst>
            <pc:docMk/>
            <pc:sldMk cId="811980647" sldId="2113416859"/>
            <ac:spMk id="6" creationId="{356AEB36-068B-81BF-D8AB-5455D770688D}"/>
          </ac:spMkLst>
        </pc:spChg>
      </pc:sldChg>
      <pc:sldChg chg="addSp delSp modSp new mod ord modClrScheme chgLayout">
        <pc:chgData name="Justin Henderson" userId="81207418e03c3f7a" providerId="LiveId" clId="{64834AE3-9290-469E-9C0C-F4F876EFC8D1}" dt="2025-11-15T17:34:26.284" v="3224" actId="403"/>
        <pc:sldMkLst>
          <pc:docMk/>
          <pc:sldMk cId="3962067714" sldId="2113416860"/>
        </pc:sldMkLst>
        <pc:spChg chg="del mod ord">
          <ac:chgData name="Justin Henderson" userId="81207418e03c3f7a" providerId="LiveId" clId="{64834AE3-9290-469E-9C0C-F4F876EFC8D1}" dt="2025-11-15T16:56:15.121" v="732" actId="700"/>
          <ac:spMkLst>
            <pc:docMk/>
            <pc:sldMk cId="3962067714" sldId="2113416860"/>
            <ac:spMk id="2" creationId="{367F150A-84F6-7FF6-ED84-B7C46DB1AFAE}"/>
          </ac:spMkLst>
        </pc:spChg>
        <pc:spChg chg="del mod ord">
          <ac:chgData name="Justin Henderson" userId="81207418e03c3f7a" providerId="LiveId" clId="{64834AE3-9290-469E-9C0C-F4F876EFC8D1}" dt="2025-11-15T16:56:15.121" v="732" actId="700"/>
          <ac:spMkLst>
            <pc:docMk/>
            <pc:sldMk cId="3962067714" sldId="2113416860"/>
            <ac:spMk id="3" creationId="{5AEDE4DB-1C97-4BCB-714C-9A394D7370AB}"/>
          </ac:spMkLst>
        </pc:spChg>
        <pc:spChg chg="del">
          <ac:chgData name="Justin Henderson" userId="81207418e03c3f7a" providerId="LiveId" clId="{64834AE3-9290-469E-9C0C-F4F876EFC8D1}" dt="2025-11-15T16:56:15.121" v="732" actId="700"/>
          <ac:spMkLst>
            <pc:docMk/>
            <pc:sldMk cId="3962067714" sldId="2113416860"/>
            <ac:spMk id="4" creationId="{56C683C4-CFBA-0072-C25E-09ED90EB5C10}"/>
          </ac:spMkLst>
        </pc:spChg>
        <pc:spChg chg="add mod ord">
          <ac:chgData name="Justin Henderson" userId="81207418e03c3f7a" providerId="LiveId" clId="{64834AE3-9290-469E-9C0C-F4F876EFC8D1}" dt="2025-11-15T16:56:22.558" v="756" actId="20577"/>
          <ac:spMkLst>
            <pc:docMk/>
            <pc:sldMk cId="3962067714" sldId="2113416860"/>
            <ac:spMk id="5" creationId="{106CF802-99AE-5D71-3970-8C60F43B3101}"/>
          </ac:spMkLst>
        </pc:spChg>
        <pc:spChg chg="add mod ord">
          <ac:chgData name="Justin Henderson" userId="81207418e03c3f7a" providerId="LiveId" clId="{64834AE3-9290-469E-9C0C-F4F876EFC8D1}" dt="2025-11-15T17:34:26.284" v="3224" actId="403"/>
          <ac:spMkLst>
            <pc:docMk/>
            <pc:sldMk cId="3962067714" sldId="2113416860"/>
            <ac:spMk id="6" creationId="{BCC414B4-5DED-D31A-BD6B-900DE19F7D9E}"/>
          </ac:spMkLst>
        </pc:spChg>
        <pc:picChg chg="add del">
          <ac:chgData name="Justin Henderson" userId="81207418e03c3f7a" providerId="LiveId" clId="{64834AE3-9290-469E-9C0C-F4F876EFC8D1}" dt="2025-11-15T17:10:59.093" v="1277" actId="478"/>
          <ac:picMkLst>
            <pc:docMk/>
            <pc:sldMk cId="3962067714" sldId="2113416860"/>
            <ac:picMk id="7" creationId="{3BD2F0FB-129F-E7F6-D0C0-71AD59F98540}"/>
          </ac:picMkLst>
        </pc:picChg>
      </pc:sldChg>
      <pc:sldChg chg="addSp delSp modSp new mod modClrScheme chgLayout">
        <pc:chgData name="Justin Henderson" userId="81207418e03c3f7a" providerId="LiveId" clId="{64834AE3-9290-469E-9C0C-F4F876EFC8D1}" dt="2025-11-15T17:10:34.229" v="1275" actId="1076"/>
        <pc:sldMkLst>
          <pc:docMk/>
          <pc:sldMk cId="1782694153" sldId="2113416861"/>
        </pc:sldMkLst>
        <pc:spChg chg="del mod ord">
          <ac:chgData name="Justin Henderson" userId="81207418e03c3f7a" providerId="LiveId" clId="{64834AE3-9290-469E-9C0C-F4F876EFC8D1}" dt="2025-11-15T17:05:16.548" v="777" actId="700"/>
          <ac:spMkLst>
            <pc:docMk/>
            <pc:sldMk cId="1782694153" sldId="2113416861"/>
            <ac:spMk id="2" creationId="{97FE7971-24F0-D0F3-BB79-6AC3915C0FB4}"/>
          </ac:spMkLst>
        </pc:spChg>
        <pc:spChg chg="del mod ord">
          <ac:chgData name="Justin Henderson" userId="81207418e03c3f7a" providerId="LiveId" clId="{64834AE3-9290-469E-9C0C-F4F876EFC8D1}" dt="2025-11-15T17:05:16.548" v="777" actId="700"/>
          <ac:spMkLst>
            <pc:docMk/>
            <pc:sldMk cId="1782694153" sldId="2113416861"/>
            <ac:spMk id="3" creationId="{5A29DB65-7AD0-69E7-C7EE-FF9EACD34A17}"/>
          </ac:spMkLst>
        </pc:spChg>
        <pc:spChg chg="del">
          <ac:chgData name="Justin Henderson" userId="81207418e03c3f7a" providerId="LiveId" clId="{64834AE3-9290-469E-9C0C-F4F876EFC8D1}" dt="2025-11-15T17:05:16.548" v="777" actId="700"/>
          <ac:spMkLst>
            <pc:docMk/>
            <pc:sldMk cId="1782694153" sldId="2113416861"/>
            <ac:spMk id="4" creationId="{71709548-5239-0CCE-FCFE-53FB2A8AEC60}"/>
          </ac:spMkLst>
        </pc:spChg>
        <pc:spChg chg="add mod ord">
          <ac:chgData name="Justin Henderson" userId="81207418e03c3f7a" providerId="LiveId" clId="{64834AE3-9290-469E-9C0C-F4F876EFC8D1}" dt="2025-11-15T17:09:06.215" v="1272" actId="20577"/>
          <ac:spMkLst>
            <pc:docMk/>
            <pc:sldMk cId="1782694153" sldId="2113416861"/>
            <ac:spMk id="5" creationId="{F1C036A3-E331-9EAD-50C5-59ADCEB8521C}"/>
          </ac:spMkLst>
        </pc:spChg>
        <pc:spChg chg="add mod ord">
          <ac:chgData name="Justin Henderson" userId="81207418e03c3f7a" providerId="LiveId" clId="{64834AE3-9290-469E-9C0C-F4F876EFC8D1}" dt="2025-11-15T17:08:46.762" v="1266" actId="20577"/>
          <ac:spMkLst>
            <pc:docMk/>
            <pc:sldMk cId="1782694153" sldId="2113416861"/>
            <ac:spMk id="6" creationId="{3ED75121-6471-4386-6AAA-4F3071C7A3B3}"/>
          </ac:spMkLst>
        </pc:spChg>
        <pc:picChg chg="add mod">
          <ac:chgData name="Justin Henderson" userId="81207418e03c3f7a" providerId="LiveId" clId="{64834AE3-9290-469E-9C0C-F4F876EFC8D1}" dt="2025-11-15T17:10:34.229" v="1275" actId="1076"/>
          <ac:picMkLst>
            <pc:docMk/>
            <pc:sldMk cId="1782694153" sldId="2113416861"/>
            <ac:picMk id="1026" creationId="{62C5DC1F-9853-1EFD-AD0C-F5AEF62E0B11}"/>
          </ac:picMkLst>
        </pc:picChg>
      </pc:sldChg>
      <pc:sldChg chg="addSp delSp modSp new mod modClrScheme chgLayout">
        <pc:chgData name="Justin Henderson" userId="81207418e03c3f7a" providerId="LiveId" clId="{64834AE3-9290-469E-9C0C-F4F876EFC8D1}" dt="2025-11-15T17:13:20.799" v="1577" actId="20577"/>
        <pc:sldMkLst>
          <pc:docMk/>
          <pc:sldMk cId="428358620" sldId="2113416862"/>
        </pc:sldMkLst>
        <pc:spChg chg="del mod ord">
          <ac:chgData name="Justin Henderson" userId="81207418e03c3f7a" providerId="LiveId" clId="{64834AE3-9290-469E-9C0C-F4F876EFC8D1}" dt="2025-11-15T17:11:07.194" v="1279" actId="700"/>
          <ac:spMkLst>
            <pc:docMk/>
            <pc:sldMk cId="428358620" sldId="2113416862"/>
            <ac:spMk id="2" creationId="{220D1CB7-9B3F-916F-C15A-E391E35AD99C}"/>
          </ac:spMkLst>
        </pc:spChg>
        <pc:spChg chg="del mod ord">
          <ac:chgData name="Justin Henderson" userId="81207418e03c3f7a" providerId="LiveId" clId="{64834AE3-9290-469E-9C0C-F4F876EFC8D1}" dt="2025-11-15T17:11:07.194" v="1279" actId="700"/>
          <ac:spMkLst>
            <pc:docMk/>
            <pc:sldMk cId="428358620" sldId="2113416862"/>
            <ac:spMk id="3" creationId="{48BB3B66-7C84-133D-82C7-4F754BBA90C2}"/>
          </ac:spMkLst>
        </pc:spChg>
        <pc:spChg chg="del">
          <ac:chgData name="Justin Henderson" userId="81207418e03c3f7a" providerId="LiveId" clId="{64834AE3-9290-469E-9C0C-F4F876EFC8D1}" dt="2025-11-15T17:11:07.194" v="1279" actId="700"/>
          <ac:spMkLst>
            <pc:docMk/>
            <pc:sldMk cId="428358620" sldId="2113416862"/>
            <ac:spMk id="4" creationId="{73B9D538-64C7-6F23-E232-DD729C59D531}"/>
          </ac:spMkLst>
        </pc:spChg>
        <pc:spChg chg="add mod ord">
          <ac:chgData name="Justin Henderson" userId="81207418e03c3f7a" providerId="LiveId" clId="{64834AE3-9290-469E-9C0C-F4F876EFC8D1}" dt="2025-11-15T17:11:13.881" v="1290" actId="20577"/>
          <ac:spMkLst>
            <pc:docMk/>
            <pc:sldMk cId="428358620" sldId="2113416862"/>
            <ac:spMk id="5" creationId="{3F16DBC0-CE0B-A8C5-53A9-7C9981A9852E}"/>
          </ac:spMkLst>
        </pc:spChg>
        <pc:spChg chg="add mod ord">
          <ac:chgData name="Justin Henderson" userId="81207418e03c3f7a" providerId="LiveId" clId="{64834AE3-9290-469E-9C0C-F4F876EFC8D1}" dt="2025-11-15T17:13:20.799" v="1577" actId="20577"/>
          <ac:spMkLst>
            <pc:docMk/>
            <pc:sldMk cId="428358620" sldId="2113416862"/>
            <ac:spMk id="6" creationId="{EA877215-1B0E-0B9D-C6DA-2D10BCFAA8D7}"/>
          </ac:spMkLst>
        </pc:spChg>
      </pc:sldChg>
      <pc:sldChg chg="addSp delSp modSp new mod modClrScheme chgLayout">
        <pc:chgData name="Justin Henderson" userId="81207418e03c3f7a" providerId="LiveId" clId="{64834AE3-9290-469E-9C0C-F4F876EFC8D1}" dt="2025-11-15T17:19:57.974" v="2182" actId="20577"/>
        <pc:sldMkLst>
          <pc:docMk/>
          <pc:sldMk cId="4017531897" sldId="2113416863"/>
        </pc:sldMkLst>
        <pc:spChg chg="del mod ord">
          <ac:chgData name="Justin Henderson" userId="81207418e03c3f7a" providerId="LiveId" clId="{64834AE3-9290-469E-9C0C-F4F876EFC8D1}" dt="2025-11-15T17:13:40.976" v="1579" actId="700"/>
          <ac:spMkLst>
            <pc:docMk/>
            <pc:sldMk cId="4017531897" sldId="2113416863"/>
            <ac:spMk id="2" creationId="{365B281B-EF08-1A12-6FCA-999A78ED75A8}"/>
          </ac:spMkLst>
        </pc:spChg>
        <pc:spChg chg="del mod ord">
          <ac:chgData name="Justin Henderson" userId="81207418e03c3f7a" providerId="LiveId" clId="{64834AE3-9290-469E-9C0C-F4F876EFC8D1}" dt="2025-11-15T17:13:40.976" v="1579" actId="700"/>
          <ac:spMkLst>
            <pc:docMk/>
            <pc:sldMk cId="4017531897" sldId="2113416863"/>
            <ac:spMk id="3" creationId="{C63D9C11-90CE-9FC3-6962-AF0019026941}"/>
          </ac:spMkLst>
        </pc:spChg>
        <pc:spChg chg="del">
          <ac:chgData name="Justin Henderson" userId="81207418e03c3f7a" providerId="LiveId" clId="{64834AE3-9290-469E-9C0C-F4F876EFC8D1}" dt="2025-11-15T17:13:40.976" v="1579" actId="700"/>
          <ac:spMkLst>
            <pc:docMk/>
            <pc:sldMk cId="4017531897" sldId="2113416863"/>
            <ac:spMk id="4" creationId="{7702DE73-5F2B-8B52-EA22-AA2B89743F3F}"/>
          </ac:spMkLst>
        </pc:spChg>
        <pc:spChg chg="add mod ord">
          <ac:chgData name="Justin Henderson" userId="81207418e03c3f7a" providerId="LiveId" clId="{64834AE3-9290-469E-9C0C-F4F876EFC8D1}" dt="2025-11-15T17:13:55.308" v="1608" actId="700"/>
          <ac:spMkLst>
            <pc:docMk/>
            <pc:sldMk cId="4017531897" sldId="2113416863"/>
            <ac:spMk id="5" creationId="{4ABD6AB0-57F2-2D0A-D940-DEEBA4CC1FA1}"/>
          </ac:spMkLst>
        </pc:spChg>
        <pc:spChg chg="add del mod ord">
          <ac:chgData name="Justin Henderson" userId="81207418e03c3f7a" providerId="LiveId" clId="{64834AE3-9290-469E-9C0C-F4F876EFC8D1}" dt="2025-11-15T17:13:55.308" v="1608" actId="700"/>
          <ac:spMkLst>
            <pc:docMk/>
            <pc:sldMk cId="4017531897" sldId="2113416863"/>
            <ac:spMk id="6" creationId="{181BAF21-CBF7-76A2-21B2-516C12B8EB20}"/>
          </ac:spMkLst>
        </pc:spChg>
        <pc:spChg chg="add mod ord">
          <ac:chgData name="Justin Henderson" userId="81207418e03c3f7a" providerId="LiveId" clId="{64834AE3-9290-469E-9C0C-F4F876EFC8D1}" dt="2025-11-15T17:17:59.744" v="1951"/>
          <ac:spMkLst>
            <pc:docMk/>
            <pc:sldMk cId="4017531897" sldId="2113416863"/>
            <ac:spMk id="7" creationId="{EF574368-B979-3B49-DCFB-3A909B270A94}"/>
          </ac:spMkLst>
        </pc:spChg>
        <pc:spChg chg="add mod ord">
          <ac:chgData name="Justin Henderson" userId="81207418e03c3f7a" providerId="LiveId" clId="{64834AE3-9290-469E-9C0C-F4F876EFC8D1}" dt="2025-11-15T17:19:57.974" v="2182" actId="20577"/>
          <ac:spMkLst>
            <pc:docMk/>
            <pc:sldMk cId="4017531897" sldId="2113416863"/>
            <ac:spMk id="8" creationId="{0B1BE93C-AF86-1903-F4EA-A3162D53E539}"/>
          </ac:spMkLst>
        </pc:spChg>
      </pc:sldChg>
      <pc:sldChg chg="addSp delSp modSp new mod modClrScheme chgLayout">
        <pc:chgData name="Justin Henderson" userId="81207418e03c3f7a" providerId="LiveId" clId="{64834AE3-9290-469E-9C0C-F4F876EFC8D1}" dt="2025-11-15T17:21:37.021" v="2451" actId="20577"/>
        <pc:sldMkLst>
          <pc:docMk/>
          <pc:sldMk cId="3832809487" sldId="2113416864"/>
        </pc:sldMkLst>
        <pc:spChg chg="del mod ord">
          <ac:chgData name="Justin Henderson" userId="81207418e03c3f7a" providerId="LiveId" clId="{64834AE3-9290-469E-9C0C-F4F876EFC8D1}" dt="2025-11-15T17:20:19.661" v="2184" actId="700"/>
          <ac:spMkLst>
            <pc:docMk/>
            <pc:sldMk cId="3832809487" sldId="2113416864"/>
            <ac:spMk id="2" creationId="{999E6A0C-66E6-B6E6-2F08-F840488D2289}"/>
          </ac:spMkLst>
        </pc:spChg>
        <pc:spChg chg="del mod ord">
          <ac:chgData name="Justin Henderson" userId="81207418e03c3f7a" providerId="LiveId" clId="{64834AE3-9290-469E-9C0C-F4F876EFC8D1}" dt="2025-11-15T17:20:19.661" v="2184" actId="700"/>
          <ac:spMkLst>
            <pc:docMk/>
            <pc:sldMk cId="3832809487" sldId="2113416864"/>
            <ac:spMk id="3" creationId="{14777363-5164-2A59-E864-CC0C2C6B49CD}"/>
          </ac:spMkLst>
        </pc:spChg>
        <pc:spChg chg="del">
          <ac:chgData name="Justin Henderson" userId="81207418e03c3f7a" providerId="LiveId" clId="{64834AE3-9290-469E-9C0C-F4F876EFC8D1}" dt="2025-11-15T17:20:19.661" v="2184" actId="700"/>
          <ac:spMkLst>
            <pc:docMk/>
            <pc:sldMk cId="3832809487" sldId="2113416864"/>
            <ac:spMk id="4" creationId="{F958E580-B7C6-482E-1619-BEB0754746B4}"/>
          </ac:spMkLst>
        </pc:spChg>
        <pc:spChg chg="add mod ord">
          <ac:chgData name="Justin Henderson" userId="81207418e03c3f7a" providerId="LiveId" clId="{64834AE3-9290-469E-9C0C-F4F876EFC8D1}" dt="2025-11-15T17:20:27.792" v="2213" actId="20577"/>
          <ac:spMkLst>
            <pc:docMk/>
            <pc:sldMk cId="3832809487" sldId="2113416864"/>
            <ac:spMk id="5" creationId="{1C460F1E-CE99-537B-5BF6-31F7DA629299}"/>
          </ac:spMkLst>
        </pc:spChg>
        <pc:spChg chg="add mod ord">
          <ac:chgData name="Justin Henderson" userId="81207418e03c3f7a" providerId="LiveId" clId="{64834AE3-9290-469E-9C0C-F4F876EFC8D1}" dt="2025-11-15T17:21:37.021" v="2451" actId="20577"/>
          <ac:spMkLst>
            <pc:docMk/>
            <pc:sldMk cId="3832809487" sldId="2113416864"/>
            <ac:spMk id="6" creationId="{16009061-5F86-8088-B26C-C156A9112D11}"/>
          </ac:spMkLst>
        </pc:spChg>
      </pc:sldChg>
      <pc:sldChg chg="addSp delSp modSp new mod modClrScheme chgLayout">
        <pc:chgData name="Justin Henderson" userId="81207418e03c3f7a" providerId="LiveId" clId="{64834AE3-9290-469E-9C0C-F4F876EFC8D1}" dt="2025-11-15T17:23:12.248" v="2611" actId="113"/>
        <pc:sldMkLst>
          <pc:docMk/>
          <pc:sldMk cId="3833492054" sldId="2113416865"/>
        </pc:sldMkLst>
        <pc:spChg chg="del mod ord">
          <ac:chgData name="Justin Henderson" userId="81207418e03c3f7a" providerId="LiveId" clId="{64834AE3-9290-469E-9C0C-F4F876EFC8D1}" dt="2025-11-15T17:21:46.695" v="2453" actId="700"/>
          <ac:spMkLst>
            <pc:docMk/>
            <pc:sldMk cId="3833492054" sldId="2113416865"/>
            <ac:spMk id="2" creationId="{0F03A24D-A9EC-9389-F3E7-E8FF1FC16DD9}"/>
          </ac:spMkLst>
        </pc:spChg>
        <pc:spChg chg="del mod ord">
          <ac:chgData name="Justin Henderson" userId="81207418e03c3f7a" providerId="LiveId" clId="{64834AE3-9290-469E-9C0C-F4F876EFC8D1}" dt="2025-11-15T17:21:46.695" v="2453" actId="700"/>
          <ac:spMkLst>
            <pc:docMk/>
            <pc:sldMk cId="3833492054" sldId="2113416865"/>
            <ac:spMk id="3" creationId="{80DA826F-500E-560E-FB0C-54EA114EDF3C}"/>
          </ac:spMkLst>
        </pc:spChg>
        <pc:spChg chg="del">
          <ac:chgData name="Justin Henderson" userId="81207418e03c3f7a" providerId="LiveId" clId="{64834AE3-9290-469E-9C0C-F4F876EFC8D1}" dt="2025-11-15T17:21:46.695" v="2453" actId="700"/>
          <ac:spMkLst>
            <pc:docMk/>
            <pc:sldMk cId="3833492054" sldId="2113416865"/>
            <ac:spMk id="4" creationId="{08B6E113-8E0C-0380-68FA-543BE32AC84C}"/>
          </ac:spMkLst>
        </pc:spChg>
        <pc:spChg chg="add mod ord">
          <ac:chgData name="Justin Henderson" userId="81207418e03c3f7a" providerId="LiveId" clId="{64834AE3-9290-469E-9C0C-F4F876EFC8D1}" dt="2025-11-15T17:21:59.092" v="2468" actId="20577"/>
          <ac:spMkLst>
            <pc:docMk/>
            <pc:sldMk cId="3833492054" sldId="2113416865"/>
            <ac:spMk id="5" creationId="{9FB57848-CC95-48B0-4EBD-2F273021D6C0}"/>
          </ac:spMkLst>
        </pc:spChg>
        <pc:spChg chg="add mod ord">
          <ac:chgData name="Justin Henderson" userId="81207418e03c3f7a" providerId="LiveId" clId="{64834AE3-9290-469E-9C0C-F4F876EFC8D1}" dt="2025-11-15T17:23:12.248" v="2611" actId="113"/>
          <ac:spMkLst>
            <pc:docMk/>
            <pc:sldMk cId="3833492054" sldId="2113416865"/>
            <ac:spMk id="6" creationId="{428F716A-719A-EDCC-D088-A450317AC336}"/>
          </ac:spMkLst>
        </pc:spChg>
      </pc:sldChg>
      <pc:sldChg chg="addSp delSp modSp new mod modClrScheme chgLayout">
        <pc:chgData name="Justin Henderson" userId="81207418e03c3f7a" providerId="LiveId" clId="{64834AE3-9290-469E-9C0C-F4F876EFC8D1}" dt="2025-11-15T17:24:46.835" v="2841" actId="20577"/>
        <pc:sldMkLst>
          <pc:docMk/>
          <pc:sldMk cId="2080161903" sldId="2113416866"/>
        </pc:sldMkLst>
        <pc:spChg chg="del mod ord">
          <ac:chgData name="Justin Henderson" userId="81207418e03c3f7a" providerId="LiveId" clId="{64834AE3-9290-469E-9C0C-F4F876EFC8D1}" dt="2025-11-15T17:23:55.330" v="2613" actId="700"/>
          <ac:spMkLst>
            <pc:docMk/>
            <pc:sldMk cId="2080161903" sldId="2113416866"/>
            <ac:spMk id="2" creationId="{CCC302CF-F8BC-6CD0-141C-CF28D8694730}"/>
          </ac:spMkLst>
        </pc:spChg>
        <pc:spChg chg="del mod ord">
          <ac:chgData name="Justin Henderson" userId="81207418e03c3f7a" providerId="LiveId" clId="{64834AE3-9290-469E-9C0C-F4F876EFC8D1}" dt="2025-11-15T17:23:55.330" v="2613" actId="700"/>
          <ac:spMkLst>
            <pc:docMk/>
            <pc:sldMk cId="2080161903" sldId="2113416866"/>
            <ac:spMk id="3" creationId="{01AF81A1-F300-2316-8FDB-E64EAB9578B9}"/>
          </ac:spMkLst>
        </pc:spChg>
        <pc:spChg chg="del">
          <ac:chgData name="Justin Henderson" userId="81207418e03c3f7a" providerId="LiveId" clId="{64834AE3-9290-469E-9C0C-F4F876EFC8D1}" dt="2025-11-15T17:23:55.330" v="2613" actId="700"/>
          <ac:spMkLst>
            <pc:docMk/>
            <pc:sldMk cId="2080161903" sldId="2113416866"/>
            <ac:spMk id="4" creationId="{4ADBF56A-622A-B5FF-AD70-AA6254FA2549}"/>
          </ac:spMkLst>
        </pc:spChg>
        <pc:spChg chg="add mod ord">
          <ac:chgData name="Justin Henderson" userId="81207418e03c3f7a" providerId="LiveId" clId="{64834AE3-9290-469E-9C0C-F4F876EFC8D1}" dt="2025-11-15T17:24:03.123" v="2646" actId="20577"/>
          <ac:spMkLst>
            <pc:docMk/>
            <pc:sldMk cId="2080161903" sldId="2113416866"/>
            <ac:spMk id="5" creationId="{C421CF24-46A1-2478-2C75-C3637722547F}"/>
          </ac:spMkLst>
        </pc:spChg>
        <pc:spChg chg="add mod ord">
          <ac:chgData name="Justin Henderson" userId="81207418e03c3f7a" providerId="LiveId" clId="{64834AE3-9290-469E-9C0C-F4F876EFC8D1}" dt="2025-11-15T17:24:46.835" v="2841" actId="20577"/>
          <ac:spMkLst>
            <pc:docMk/>
            <pc:sldMk cId="2080161903" sldId="2113416866"/>
            <ac:spMk id="6" creationId="{34841352-0DFA-B313-4BC7-F2ADB80CE70A}"/>
          </ac:spMkLst>
        </pc:spChg>
      </pc:sldChg>
      <pc:sldChg chg="addSp delSp modSp new mod ord modClrScheme chgLayout">
        <pc:chgData name="Justin Henderson" userId="81207418e03c3f7a" providerId="LiveId" clId="{64834AE3-9290-469E-9C0C-F4F876EFC8D1}" dt="2025-11-15T18:25:48.234" v="5056"/>
        <pc:sldMkLst>
          <pc:docMk/>
          <pc:sldMk cId="525087352" sldId="2113416867"/>
        </pc:sldMkLst>
        <pc:spChg chg="del mod ord">
          <ac:chgData name="Justin Henderson" userId="81207418e03c3f7a" providerId="LiveId" clId="{64834AE3-9290-469E-9C0C-F4F876EFC8D1}" dt="2025-11-15T17:24:59.119" v="2843" actId="700"/>
          <ac:spMkLst>
            <pc:docMk/>
            <pc:sldMk cId="525087352" sldId="2113416867"/>
            <ac:spMk id="2" creationId="{DF3D0436-2A2E-B415-CA3C-A18A5D4C974F}"/>
          </ac:spMkLst>
        </pc:spChg>
        <pc:spChg chg="del mod ord">
          <ac:chgData name="Justin Henderson" userId="81207418e03c3f7a" providerId="LiveId" clId="{64834AE3-9290-469E-9C0C-F4F876EFC8D1}" dt="2025-11-15T17:24:59.119" v="2843" actId="700"/>
          <ac:spMkLst>
            <pc:docMk/>
            <pc:sldMk cId="525087352" sldId="2113416867"/>
            <ac:spMk id="3" creationId="{E6323F24-D764-994E-D13D-0D5362B7AFCA}"/>
          </ac:spMkLst>
        </pc:spChg>
        <pc:spChg chg="del">
          <ac:chgData name="Justin Henderson" userId="81207418e03c3f7a" providerId="LiveId" clId="{64834AE3-9290-469E-9C0C-F4F876EFC8D1}" dt="2025-11-15T17:24:59.119" v="2843" actId="700"/>
          <ac:spMkLst>
            <pc:docMk/>
            <pc:sldMk cId="525087352" sldId="2113416867"/>
            <ac:spMk id="4" creationId="{2B60C92D-D31E-514A-901A-F9FF36781152}"/>
          </ac:spMkLst>
        </pc:spChg>
        <pc:spChg chg="add mod ord">
          <ac:chgData name="Justin Henderson" userId="81207418e03c3f7a" providerId="LiveId" clId="{64834AE3-9290-469E-9C0C-F4F876EFC8D1}" dt="2025-11-15T17:25:05.130" v="2874" actId="20577"/>
          <ac:spMkLst>
            <pc:docMk/>
            <pc:sldMk cId="525087352" sldId="2113416867"/>
            <ac:spMk id="5" creationId="{F43F7CD9-429A-25D9-17F4-7987B8FC57A2}"/>
          </ac:spMkLst>
        </pc:spChg>
        <pc:spChg chg="add mod ord">
          <ac:chgData name="Justin Henderson" userId="81207418e03c3f7a" providerId="LiveId" clId="{64834AE3-9290-469E-9C0C-F4F876EFC8D1}" dt="2025-11-15T17:26:45.387" v="3199" actId="113"/>
          <ac:spMkLst>
            <pc:docMk/>
            <pc:sldMk cId="525087352" sldId="2113416867"/>
            <ac:spMk id="6" creationId="{826ECD2D-71BA-C443-EFB8-C7CCBA67CA30}"/>
          </ac:spMkLst>
        </pc:spChg>
      </pc:sldChg>
      <pc:sldChg chg="addSp delSp modSp new mod modClrScheme chgLayout">
        <pc:chgData name="Justin Henderson" userId="81207418e03c3f7a" providerId="LiveId" clId="{64834AE3-9290-469E-9C0C-F4F876EFC8D1}" dt="2025-11-15T17:34:38.824" v="3237"/>
        <pc:sldMkLst>
          <pc:docMk/>
          <pc:sldMk cId="1502175077" sldId="2113416868"/>
        </pc:sldMkLst>
        <pc:spChg chg="del mod ord">
          <ac:chgData name="Justin Henderson" userId="81207418e03c3f7a" providerId="LiveId" clId="{64834AE3-9290-469E-9C0C-F4F876EFC8D1}" dt="2025-11-15T17:34:34.343" v="3226" actId="700"/>
          <ac:spMkLst>
            <pc:docMk/>
            <pc:sldMk cId="1502175077" sldId="2113416868"/>
            <ac:spMk id="2" creationId="{472FE916-4ADD-A2E9-9CD7-EA72A484768E}"/>
          </ac:spMkLst>
        </pc:spChg>
        <pc:spChg chg="del mod ord">
          <ac:chgData name="Justin Henderson" userId="81207418e03c3f7a" providerId="LiveId" clId="{64834AE3-9290-469E-9C0C-F4F876EFC8D1}" dt="2025-11-15T17:34:34.343" v="3226" actId="700"/>
          <ac:spMkLst>
            <pc:docMk/>
            <pc:sldMk cId="1502175077" sldId="2113416868"/>
            <ac:spMk id="3" creationId="{7C12C86A-18BB-B671-4EB6-676E7F71365D}"/>
          </ac:spMkLst>
        </pc:spChg>
        <pc:spChg chg="del">
          <ac:chgData name="Justin Henderson" userId="81207418e03c3f7a" providerId="LiveId" clId="{64834AE3-9290-469E-9C0C-F4F876EFC8D1}" dt="2025-11-15T17:34:34.343" v="3226" actId="700"/>
          <ac:spMkLst>
            <pc:docMk/>
            <pc:sldMk cId="1502175077" sldId="2113416868"/>
            <ac:spMk id="4" creationId="{73B46C88-2784-A89D-AB41-B3C9857ED27B}"/>
          </ac:spMkLst>
        </pc:spChg>
        <pc:spChg chg="add mod ord">
          <ac:chgData name="Justin Henderson" userId="81207418e03c3f7a" providerId="LiveId" clId="{64834AE3-9290-469E-9C0C-F4F876EFC8D1}" dt="2025-11-15T17:34:36.894" v="3236" actId="20577"/>
          <ac:spMkLst>
            <pc:docMk/>
            <pc:sldMk cId="1502175077" sldId="2113416868"/>
            <ac:spMk id="5" creationId="{FA93EA96-08D9-52E3-4C97-C57DCF82AEAC}"/>
          </ac:spMkLst>
        </pc:spChg>
        <pc:spChg chg="add mod ord">
          <ac:chgData name="Justin Henderson" userId="81207418e03c3f7a" providerId="LiveId" clId="{64834AE3-9290-469E-9C0C-F4F876EFC8D1}" dt="2025-11-15T17:34:38.824" v="3237"/>
          <ac:spMkLst>
            <pc:docMk/>
            <pc:sldMk cId="1502175077" sldId="2113416868"/>
            <ac:spMk id="6" creationId="{D9DA016C-0745-D1BE-91C9-AE06549170B9}"/>
          </ac:spMkLst>
        </pc:spChg>
      </pc:sldChg>
      <pc:sldChg chg="addSp delSp modSp new mod modClrScheme chgLayout">
        <pc:chgData name="Justin Henderson" userId="81207418e03c3f7a" providerId="LiveId" clId="{64834AE3-9290-469E-9C0C-F4F876EFC8D1}" dt="2025-11-15T17:59:36.807" v="3818" actId="20577"/>
        <pc:sldMkLst>
          <pc:docMk/>
          <pc:sldMk cId="1341383439" sldId="2113416869"/>
        </pc:sldMkLst>
        <pc:spChg chg="del mod ord">
          <ac:chgData name="Justin Henderson" userId="81207418e03c3f7a" providerId="LiveId" clId="{64834AE3-9290-469E-9C0C-F4F876EFC8D1}" dt="2025-11-15T17:50:58.248" v="3410" actId="700"/>
          <ac:spMkLst>
            <pc:docMk/>
            <pc:sldMk cId="1341383439" sldId="2113416869"/>
            <ac:spMk id="2" creationId="{D2149C71-A9CC-27D5-D6C3-14C41E25A95B}"/>
          </ac:spMkLst>
        </pc:spChg>
        <pc:spChg chg="del mod ord">
          <ac:chgData name="Justin Henderson" userId="81207418e03c3f7a" providerId="LiveId" clId="{64834AE3-9290-469E-9C0C-F4F876EFC8D1}" dt="2025-11-15T17:50:58.248" v="3410" actId="700"/>
          <ac:spMkLst>
            <pc:docMk/>
            <pc:sldMk cId="1341383439" sldId="2113416869"/>
            <ac:spMk id="3" creationId="{428B464E-1FFB-0DB8-8A4D-45BC569EDFE6}"/>
          </ac:spMkLst>
        </pc:spChg>
        <pc:spChg chg="del">
          <ac:chgData name="Justin Henderson" userId="81207418e03c3f7a" providerId="LiveId" clId="{64834AE3-9290-469E-9C0C-F4F876EFC8D1}" dt="2025-11-15T17:50:58.248" v="3410" actId="700"/>
          <ac:spMkLst>
            <pc:docMk/>
            <pc:sldMk cId="1341383439" sldId="2113416869"/>
            <ac:spMk id="4" creationId="{1930AABD-CFAE-7D2F-E82F-CC9D321B4307}"/>
          </ac:spMkLst>
        </pc:spChg>
        <pc:spChg chg="add mod ord">
          <ac:chgData name="Justin Henderson" userId="81207418e03c3f7a" providerId="LiveId" clId="{64834AE3-9290-469E-9C0C-F4F876EFC8D1}" dt="2025-11-15T17:51:05.945" v="3438" actId="20577"/>
          <ac:spMkLst>
            <pc:docMk/>
            <pc:sldMk cId="1341383439" sldId="2113416869"/>
            <ac:spMk id="5" creationId="{0EE3D768-32BD-E1DC-6005-A865BF1D14DA}"/>
          </ac:spMkLst>
        </pc:spChg>
        <pc:spChg chg="add mod ord">
          <ac:chgData name="Justin Henderson" userId="81207418e03c3f7a" providerId="LiveId" clId="{64834AE3-9290-469E-9C0C-F4F876EFC8D1}" dt="2025-11-15T17:59:36.807" v="3818" actId="20577"/>
          <ac:spMkLst>
            <pc:docMk/>
            <pc:sldMk cId="1341383439" sldId="2113416869"/>
            <ac:spMk id="6" creationId="{B4541E13-9F8B-C0C2-2273-C9E4CB9A66FB}"/>
          </ac:spMkLst>
        </pc:spChg>
      </pc:sldChg>
      <pc:sldChg chg="addSp delSp modSp new mod modClrScheme chgLayout">
        <pc:chgData name="Justin Henderson" userId="81207418e03c3f7a" providerId="LiveId" clId="{64834AE3-9290-469E-9C0C-F4F876EFC8D1}" dt="2025-11-15T18:05:57.421" v="4498" actId="122"/>
        <pc:sldMkLst>
          <pc:docMk/>
          <pc:sldMk cId="1957963643" sldId="2113416870"/>
        </pc:sldMkLst>
        <pc:spChg chg="del mod ord">
          <ac:chgData name="Justin Henderson" userId="81207418e03c3f7a" providerId="LiveId" clId="{64834AE3-9290-469E-9C0C-F4F876EFC8D1}" dt="2025-11-15T18:01:01.631" v="3820" actId="700"/>
          <ac:spMkLst>
            <pc:docMk/>
            <pc:sldMk cId="1957963643" sldId="2113416870"/>
            <ac:spMk id="2" creationId="{C0B9B14A-4063-6A45-DEA2-68B741778735}"/>
          </ac:spMkLst>
        </pc:spChg>
        <pc:spChg chg="del mod ord">
          <ac:chgData name="Justin Henderson" userId="81207418e03c3f7a" providerId="LiveId" clId="{64834AE3-9290-469E-9C0C-F4F876EFC8D1}" dt="2025-11-15T18:01:01.631" v="3820" actId="700"/>
          <ac:spMkLst>
            <pc:docMk/>
            <pc:sldMk cId="1957963643" sldId="2113416870"/>
            <ac:spMk id="3" creationId="{C0ABDD4C-CCE1-889A-7294-8C825EA9D627}"/>
          </ac:spMkLst>
        </pc:spChg>
        <pc:spChg chg="del">
          <ac:chgData name="Justin Henderson" userId="81207418e03c3f7a" providerId="LiveId" clId="{64834AE3-9290-469E-9C0C-F4F876EFC8D1}" dt="2025-11-15T18:01:01.631" v="3820" actId="700"/>
          <ac:spMkLst>
            <pc:docMk/>
            <pc:sldMk cId="1957963643" sldId="2113416870"/>
            <ac:spMk id="4" creationId="{C43CFAA7-C56C-0AE4-D563-4A7A7A772250}"/>
          </ac:spMkLst>
        </pc:spChg>
        <pc:spChg chg="add mod ord">
          <ac:chgData name="Justin Henderson" userId="81207418e03c3f7a" providerId="LiveId" clId="{64834AE3-9290-469E-9C0C-F4F876EFC8D1}" dt="2025-11-15T18:02:06.698" v="3840" actId="700"/>
          <ac:spMkLst>
            <pc:docMk/>
            <pc:sldMk cId="1957963643" sldId="2113416870"/>
            <ac:spMk id="5" creationId="{97EA17BA-4645-0ABF-F512-7526F1A0E080}"/>
          </ac:spMkLst>
        </pc:spChg>
        <pc:spChg chg="add del mod ord">
          <ac:chgData name="Justin Henderson" userId="81207418e03c3f7a" providerId="LiveId" clId="{64834AE3-9290-469E-9C0C-F4F876EFC8D1}" dt="2025-11-15T18:02:06.698" v="3840" actId="700"/>
          <ac:spMkLst>
            <pc:docMk/>
            <pc:sldMk cId="1957963643" sldId="2113416870"/>
            <ac:spMk id="6" creationId="{EC494DD4-799F-6E92-90F1-AD0CF810CC0E}"/>
          </ac:spMkLst>
        </pc:spChg>
        <pc:spChg chg="add mod ord">
          <ac:chgData name="Justin Henderson" userId="81207418e03c3f7a" providerId="LiveId" clId="{64834AE3-9290-469E-9C0C-F4F876EFC8D1}" dt="2025-11-15T18:03:18.182" v="4110" actId="5793"/>
          <ac:spMkLst>
            <pc:docMk/>
            <pc:sldMk cId="1957963643" sldId="2113416870"/>
            <ac:spMk id="7" creationId="{576AD6DC-C63F-625B-EB79-B3EF01072583}"/>
          </ac:spMkLst>
        </pc:spChg>
        <pc:spChg chg="add mod ord">
          <ac:chgData name="Justin Henderson" userId="81207418e03c3f7a" providerId="LiveId" clId="{64834AE3-9290-469E-9C0C-F4F876EFC8D1}" dt="2025-11-15T18:03:57.896" v="4275" actId="20577"/>
          <ac:spMkLst>
            <pc:docMk/>
            <pc:sldMk cId="1957963643" sldId="2113416870"/>
            <ac:spMk id="8" creationId="{B98FD4DD-AD30-8F87-7B85-948B7570F49C}"/>
          </ac:spMkLst>
        </pc:spChg>
        <pc:spChg chg="add mod ord">
          <ac:chgData name="Justin Henderson" userId="81207418e03c3f7a" providerId="LiveId" clId="{64834AE3-9290-469E-9C0C-F4F876EFC8D1}" dt="2025-11-15T18:03:09.719" v="4084" actId="20577"/>
          <ac:spMkLst>
            <pc:docMk/>
            <pc:sldMk cId="1957963643" sldId="2113416870"/>
            <ac:spMk id="9" creationId="{C833EEE6-E1C2-4B9B-BB9C-86C67D2F0836}"/>
          </ac:spMkLst>
        </pc:spChg>
        <pc:spChg chg="add mod ord">
          <ac:chgData name="Justin Henderson" userId="81207418e03c3f7a" providerId="LiveId" clId="{64834AE3-9290-469E-9C0C-F4F876EFC8D1}" dt="2025-11-15T18:04:41.385" v="4430" actId="20577"/>
          <ac:spMkLst>
            <pc:docMk/>
            <pc:sldMk cId="1957963643" sldId="2113416870"/>
            <ac:spMk id="10" creationId="{9C34CF6C-1C7E-B17A-A52E-56AF699AECB1}"/>
          </ac:spMkLst>
        </pc:spChg>
        <pc:spChg chg="add mod">
          <ac:chgData name="Justin Henderson" userId="81207418e03c3f7a" providerId="LiveId" clId="{64834AE3-9290-469E-9C0C-F4F876EFC8D1}" dt="2025-11-15T18:05:57.421" v="4498" actId="122"/>
          <ac:spMkLst>
            <pc:docMk/>
            <pc:sldMk cId="1957963643" sldId="2113416870"/>
            <ac:spMk id="11" creationId="{9E384CB4-5765-892F-2576-C43E943D6339}"/>
          </ac:spMkLst>
        </pc:spChg>
      </pc:sldChg>
      <pc:sldChg chg="addSp delSp modSp new mod modClrScheme chgLayout">
        <pc:chgData name="Justin Henderson" userId="81207418e03c3f7a" providerId="LiveId" clId="{64834AE3-9290-469E-9C0C-F4F876EFC8D1}" dt="2025-11-15T18:22:22.087" v="4785" actId="20577"/>
        <pc:sldMkLst>
          <pc:docMk/>
          <pc:sldMk cId="2671783986" sldId="2113416871"/>
        </pc:sldMkLst>
        <pc:spChg chg="del mod ord">
          <ac:chgData name="Justin Henderson" userId="81207418e03c3f7a" providerId="LiveId" clId="{64834AE3-9290-469E-9C0C-F4F876EFC8D1}" dt="2025-11-15T18:21:02.652" v="4500" actId="700"/>
          <ac:spMkLst>
            <pc:docMk/>
            <pc:sldMk cId="2671783986" sldId="2113416871"/>
            <ac:spMk id="2" creationId="{54C254C7-7BDF-4A77-69F6-E00342ADD799}"/>
          </ac:spMkLst>
        </pc:spChg>
        <pc:spChg chg="del mod ord">
          <ac:chgData name="Justin Henderson" userId="81207418e03c3f7a" providerId="LiveId" clId="{64834AE3-9290-469E-9C0C-F4F876EFC8D1}" dt="2025-11-15T18:21:02.652" v="4500" actId="700"/>
          <ac:spMkLst>
            <pc:docMk/>
            <pc:sldMk cId="2671783986" sldId="2113416871"/>
            <ac:spMk id="3" creationId="{1B7C3CA2-B6CF-2135-DBD6-759729FC5838}"/>
          </ac:spMkLst>
        </pc:spChg>
        <pc:spChg chg="del">
          <ac:chgData name="Justin Henderson" userId="81207418e03c3f7a" providerId="LiveId" clId="{64834AE3-9290-469E-9C0C-F4F876EFC8D1}" dt="2025-11-15T18:21:02.652" v="4500" actId="700"/>
          <ac:spMkLst>
            <pc:docMk/>
            <pc:sldMk cId="2671783986" sldId="2113416871"/>
            <ac:spMk id="4" creationId="{6B545111-D983-8D23-2713-72E130B64A49}"/>
          </ac:spMkLst>
        </pc:spChg>
        <pc:spChg chg="add mod ord">
          <ac:chgData name="Justin Henderson" userId="81207418e03c3f7a" providerId="LiveId" clId="{64834AE3-9290-469E-9C0C-F4F876EFC8D1}" dt="2025-11-15T18:21:08.493" v="4536" actId="20577"/>
          <ac:spMkLst>
            <pc:docMk/>
            <pc:sldMk cId="2671783986" sldId="2113416871"/>
            <ac:spMk id="5" creationId="{27092AA5-C0C9-4105-F1DD-6247CC78AB52}"/>
          </ac:spMkLst>
        </pc:spChg>
        <pc:spChg chg="add mod ord">
          <ac:chgData name="Justin Henderson" userId="81207418e03c3f7a" providerId="LiveId" clId="{64834AE3-9290-469E-9C0C-F4F876EFC8D1}" dt="2025-11-15T18:22:22.087" v="4785" actId="20577"/>
          <ac:spMkLst>
            <pc:docMk/>
            <pc:sldMk cId="2671783986" sldId="2113416871"/>
            <ac:spMk id="6" creationId="{11FACFDA-6D72-013F-E6E4-A825D4AC668C}"/>
          </ac:spMkLst>
        </pc:spChg>
      </pc:sldChg>
      <pc:sldChg chg="addSp delSp modSp new mod modClrScheme chgLayout">
        <pc:chgData name="Justin Henderson" userId="81207418e03c3f7a" providerId="LiveId" clId="{64834AE3-9290-469E-9C0C-F4F876EFC8D1}" dt="2025-11-15T18:25:37.337" v="5054" actId="20577"/>
        <pc:sldMkLst>
          <pc:docMk/>
          <pc:sldMk cId="4277157688" sldId="2113416872"/>
        </pc:sldMkLst>
        <pc:spChg chg="del mod ord">
          <ac:chgData name="Justin Henderson" userId="81207418e03c3f7a" providerId="LiveId" clId="{64834AE3-9290-469E-9C0C-F4F876EFC8D1}" dt="2025-11-15T18:22:32.141" v="4787" actId="700"/>
          <ac:spMkLst>
            <pc:docMk/>
            <pc:sldMk cId="4277157688" sldId="2113416872"/>
            <ac:spMk id="2" creationId="{0B957367-7236-6F6B-885F-3341CBD1130C}"/>
          </ac:spMkLst>
        </pc:spChg>
        <pc:spChg chg="del mod ord">
          <ac:chgData name="Justin Henderson" userId="81207418e03c3f7a" providerId="LiveId" clId="{64834AE3-9290-469E-9C0C-F4F876EFC8D1}" dt="2025-11-15T18:22:32.141" v="4787" actId="700"/>
          <ac:spMkLst>
            <pc:docMk/>
            <pc:sldMk cId="4277157688" sldId="2113416872"/>
            <ac:spMk id="3" creationId="{B2D3D893-66DA-AA16-D43A-C4FC1487CAF3}"/>
          </ac:spMkLst>
        </pc:spChg>
        <pc:spChg chg="del">
          <ac:chgData name="Justin Henderson" userId="81207418e03c3f7a" providerId="LiveId" clId="{64834AE3-9290-469E-9C0C-F4F876EFC8D1}" dt="2025-11-15T18:22:32.141" v="4787" actId="700"/>
          <ac:spMkLst>
            <pc:docMk/>
            <pc:sldMk cId="4277157688" sldId="2113416872"/>
            <ac:spMk id="4" creationId="{186EB743-174C-7B6C-AE43-AE065059F5D0}"/>
          </ac:spMkLst>
        </pc:spChg>
        <pc:spChg chg="add mod ord">
          <ac:chgData name="Justin Henderson" userId="81207418e03c3f7a" providerId="LiveId" clId="{64834AE3-9290-469E-9C0C-F4F876EFC8D1}" dt="2025-11-15T18:22:41.134" v="4823" actId="20577"/>
          <ac:spMkLst>
            <pc:docMk/>
            <pc:sldMk cId="4277157688" sldId="2113416872"/>
            <ac:spMk id="5" creationId="{6CF5C48C-C6E3-288C-4079-86A3A059CC16}"/>
          </ac:spMkLst>
        </pc:spChg>
        <pc:spChg chg="add mod ord">
          <ac:chgData name="Justin Henderson" userId="81207418e03c3f7a" providerId="LiveId" clId="{64834AE3-9290-469E-9C0C-F4F876EFC8D1}" dt="2025-11-15T18:25:37.337" v="5054" actId="20577"/>
          <ac:spMkLst>
            <pc:docMk/>
            <pc:sldMk cId="4277157688" sldId="2113416872"/>
            <ac:spMk id="6" creationId="{50DD71EA-8AF0-1367-E53D-C18A6930B607}"/>
          </ac:spMkLst>
        </pc:spChg>
      </pc:sldChg>
    </pc:docChg>
  </pc:docChgLst>
  <pc:docChgLst>
    <pc:chgData name="Justin Henderson" userId="81207418e03c3f7a" providerId="LiveId" clId="{6FFA94FB-4C40-41C9-ACF6-7482525420B1}"/>
    <pc:docChg chg="undo custSel addSld delSld modSld addSection delSection modSection">
      <pc:chgData name="Justin Henderson" userId="81207418e03c3f7a" providerId="LiveId" clId="{6FFA94FB-4C40-41C9-ACF6-7482525420B1}" dt="2025-11-14T19:27:13.044" v="1587"/>
      <pc:docMkLst>
        <pc:docMk/>
      </pc:docMkLst>
      <pc:sldChg chg="modSp mod">
        <pc:chgData name="Justin Henderson" userId="81207418e03c3f7a" providerId="LiveId" clId="{6FFA94FB-4C40-41C9-ACF6-7482525420B1}" dt="2025-11-12T17:23:45.060" v="136" actId="20577"/>
        <pc:sldMkLst>
          <pc:docMk/>
          <pc:sldMk cId="1933302484" sldId="819"/>
        </pc:sldMkLst>
        <pc:spChg chg="mod">
          <ac:chgData name="Justin Henderson" userId="81207418e03c3f7a" providerId="LiveId" clId="{6FFA94FB-4C40-41C9-ACF6-7482525420B1}" dt="2025-11-12T17:23:45.060" v="136" actId="20577"/>
          <ac:spMkLst>
            <pc:docMk/>
            <pc:sldMk cId="1933302484" sldId="819"/>
            <ac:spMk id="3" creationId="{00000000-0000-0000-0000-000000000000}"/>
          </ac:spMkLst>
        </pc:spChg>
      </pc:sldChg>
      <pc:sldChg chg="modSp mod">
        <pc:chgData name="Justin Henderson" userId="81207418e03c3f7a" providerId="LiveId" clId="{6FFA94FB-4C40-41C9-ACF6-7482525420B1}" dt="2025-11-12T17:22:36.719" v="72" actId="20577"/>
        <pc:sldMkLst>
          <pc:docMk/>
          <pc:sldMk cId="3057167412" sldId="2113416831"/>
        </pc:sldMkLst>
        <pc:spChg chg="mod">
          <ac:chgData name="Justin Henderson" userId="81207418e03c3f7a" providerId="LiveId" clId="{6FFA94FB-4C40-41C9-ACF6-7482525420B1}" dt="2025-11-12T17:22:25.898" v="18" actId="20577"/>
          <ac:spMkLst>
            <pc:docMk/>
            <pc:sldMk cId="3057167412" sldId="2113416831"/>
            <ac:spMk id="2" creationId="{5BAB366C-D8C3-7166-CFDB-483C05327765}"/>
          </ac:spMkLst>
        </pc:spChg>
        <pc:spChg chg="mod">
          <ac:chgData name="Justin Henderson" userId="81207418e03c3f7a" providerId="LiveId" clId="{6FFA94FB-4C40-41C9-ACF6-7482525420B1}" dt="2025-11-12T17:22:36.719" v="72" actId="20577"/>
          <ac:spMkLst>
            <pc:docMk/>
            <pc:sldMk cId="3057167412" sldId="2113416831"/>
            <ac:spMk id="3" creationId="{757F4EDD-6F0D-72C1-3384-D0005A6403FC}"/>
          </ac:spMkLst>
        </pc:spChg>
      </pc:sldChg>
      <pc:sldChg chg="modSp mod">
        <pc:chgData name="Justin Henderson" userId="81207418e03c3f7a" providerId="LiveId" clId="{6FFA94FB-4C40-41C9-ACF6-7482525420B1}" dt="2025-11-12T17:25:41.048" v="449" actId="20577"/>
        <pc:sldMkLst>
          <pc:docMk/>
          <pc:sldMk cId="3373236638" sldId="2113416832"/>
        </pc:sldMkLst>
        <pc:spChg chg="mod">
          <ac:chgData name="Justin Henderson" userId="81207418e03c3f7a" providerId="LiveId" clId="{6FFA94FB-4C40-41C9-ACF6-7482525420B1}" dt="2025-11-12T17:25:41.048" v="449" actId="20577"/>
          <ac:spMkLst>
            <pc:docMk/>
            <pc:sldMk cId="3373236638" sldId="2113416832"/>
            <ac:spMk id="6" creationId="{B6D3B158-0209-FCFA-930F-E0273E1926F5}"/>
          </ac:spMkLst>
        </pc:spChg>
      </pc:sldChg>
      <pc:sldChg chg="addSp delSp modSp new mod modClrScheme chgLayout">
        <pc:chgData name="Justin Henderson" userId="81207418e03c3f7a" providerId="LiveId" clId="{6FFA94FB-4C40-41C9-ACF6-7482525420B1}" dt="2025-11-13T15:40:42.014" v="687" actId="6549"/>
        <pc:sldMkLst>
          <pc:docMk/>
          <pc:sldMk cId="787398462" sldId="2113416855"/>
        </pc:sldMkLst>
        <pc:spChg chg="add mod ord">
          <ac:chgData name="Justin Henderson" userId="81207418e03c3f7a" providerId="LiveId" clId="{6FFA94FB-4C40-41C9-ACF6-7482525420B1}" dt="2025-11-13T15:34:30.709" v="471" actId="20577"/>
          <ac:spMkLst>
            <pc:docMk/>
            <pc:sldMk cId="787398462" sldId="2113416855"/>
            <ac:spMk id="5" creationId="{E569FBAC-9353-1112-8DB2-8377022FD899}"/>
          </ac:spMkLst>
        </pc:spChg>
        <pc:spChg chg="add mod ord">
          <ac:chgData name="Justin Henderson" userId="81207418e03c3f7a" providerId="LiveId" clId="{6FFA94FB-4C40-41C9-ACF6-7482525420B1}" dt="2025-11-13T15:40:42.014" v="687" actId="6549"/>
          <ac:spMkLst>
            <pc:docMk/>
            <pc:sldMk cId="787398462" sldId="2113416855"/>
            <ac:spMk id="6" creationId="{71F75A9E-368A-751B-1792-5EE7CD4B97C1}"/>
          </ac:spMkLst>
        </pc:spChg>
      </pc:sldChg>
      <pc:sldChg chg="addSp delSp modSp new mod modClrScheme chgLayout">
        <pc:chgData name="Justin Henderson" userId="81207418e03c3f7a" providerId="LiveId" clId="{6FFA94FB-4C40-41C9-ACF6-7482525420B1}" dt="2025-11-13T19:22:50.305" v="1007" actId="5793"/>
        <pc:sldMkLst>
          <pc:docMk/>
          <pc:sldMk cId="731133423" sldId="2113416856"/>
        </pc:sldMkLst>
        <pc:spChg chg="add mod ord">
          <ac:chgData name="Justin Henderson" userId="81207418e03c3f7a" providerId="LiveId" clId="{6FFA94FB-4C40-41C9-ACF6-7482525420B1}" dt="2025-11-13T16:44:05.555" v="709" actId="20577"/>
          <ac:spMkLst>
            <pc:docMk/>
            <pc:sldMk cId="731133423" sldId="2113416856"/>
            <ac:spMk id="5" creationId="{4BC475FE-F35F-D8D3-7AF8-5A41D29764F2}"/>
          </ac:spMkLst>
        </pc:spChg>
        <pc:spChg chg="add mod ord">
          <ac:chgData name="Justin Henderson" userId="81207418e03c3f7a" providerId="LiveId" clId="{6FFA94FB-4C40-41C9-ACF6-7482525420B1}" dt="2025-11-13T19:22:50.305" v="1007" actId="5793"/>
          <ac:spMkLst>
            <pc:docMk/>
            <pc:sldMk cId="731133423" sldId="2113416856"/>
            <ac:spMk id="6" creationId="{FA74BDF5-252F-7F8D-3728-6A9B1E9DC7F3}"/>
          </ac:spMkLst>
        </pc:spChg>
        <pc:picChg chg="add mod">
          <ac:chgData name="Justin Henderson" userId="81207418e03c3f7a" providerId="LiveId" clId="{6FFA94FB-4C40-41C9-ACF6-7482525420B1}" dt="2025-11-13T16:47:39.207" v="976" actId="1076"/>
          <ac:picMkLst>
            <pc:docMk/>
            <pc:sldMk cId="731133423" sldId="2113416856"/>
            <ac:picMk id="10" creationId="{730A6E44-DB1D-90CF-D737-71BA3B7D3507}"/>
          </ac:picMkLst>
        </pc:picChg>
      </pc:sldChg>
      <pc:sldChg chg="addSp delSp modSp new mod modClrScheme chgLayout">
        <pc:chgData name="Justin Henderson" userId="81207418e03c3f7a" providerId="LiveId" clId="{6FFA94FB-4C40-41C9-ACF6-7482525420B1}" dt="2025-11-13T19:25:16.287" v="1442" actId="403"/>
        <pc:sldMkLst>
          <pc:docMk/>
          <pc:sldMk cId="4292209719" sldId="2113416857"/>
        </pc:sldMkLst>
        <pc:spChg chg="add mod ord">
          <ac:chgData name="Justin Henderson" userId="81207418e03c3f7a" providerId="LiveId" clId="{6FFA94FB-4C40-41C9-ACF6-7482525420B1}" dt="2025-11-13T19:23:33.013" v="1043" actId="20577"/>
          <ac:spMkLst>
            <pc:docMk/>
            <pc:sldMk cId="4292209719" sldId="2113416857"/>
            <ac:spMk id="5" creationId="{9947B85A-EA4D-7311-E0C4-0FE94B47593D}"/>
          </ac:spMkLst>
        </pc:spChg>
        <pc:spChg chg="add mod ord">
          <ac:chgData name="Justin Henderson" userId="81207418e03c3f7a" providerId="LiveId" clId="{6FFA94FB-4C40-41C9-ACF6-7482525420B1}" dt="2025-11-13T19:25:16.287" v="1442" actId="403"/>
          <ac:spMkLst>
            <pc:docMk/>
            <pc:sldMk cId="4292209719" sldId="2113416857"/>
            <ac:spMk id="6" creationId="{C8E123AB-CBB8-00D9-1F75-BE3B08D1ECD9}"/>
          </ac:spMkLst>
        </pc:spChg>
      </pc:sldChg>
      <pc:sldChg chg="addSp delSp modSp new mod modClrScheme chgLayout">
        <pc:chgData name="Justin Henderson" userId="81207418e03c3f7a" providerId="LiveId" clId="{6FFA94FB-4C40-41C9-ACF6-7482525420B1}" dt="2025-11-14T19:07:33.963" v="1570" actId="14100"/>
        <pc:sldMkLst>
          <pc:docMk/>
          <pc:sldMk cId="3995226394" sldId="2113416858"/>
        </pc:sldMkLst>
        <pc:spChg chg="add mod ord">
          <ac:chgData name="Justin Henderson" userId="81207418e03c3f7a" providerId="LiveId" clId="{6FFA94FB-4C40-41C9-ACF6-7482525420B1}" dt="2025-11-13T19:25:44.103" v="1460" actId="20577"/>
          <ac:spMkLst>
            <pc:docMk/>
            <pc:sldMk cId="3995226394" sldId="2113416858"/>
            <ac:spMk id="5" creationId="{F4F63687-FB7C-D70F-2979-F1D3984179C8}"/>
          </ac:spMkLst>
        </pc:spChg>
        <pc:spChg chg="add mod ord">
          <ac:chgData name="Justin Henderson" userId="81207418e03c3f7a" providerId="LiveId" clId="{6FFA94FB-4C40-41C9-ACF6-7482525420B1}" dt="2025-11-13T19:25:38.645" v="1444" actId="700"/>
          <ac:spMkLst>
            <pc:docMk/>
            <pc:sldMk cId="3995226394" sldId="2113416858"/>
            <ac:spMk id="6" creationId="{BF5825FF-6E5D-BCDE-19F0-321C1C51621F}"/>
          </ac:spMkLst>
        </pc:spChg>
        <pc:spChg chg="add del mod">
          <ac:chgData name="Justin Henderson" userId="81207418e03c3f7a" providerId="LiveId" clId="{6FFA94FB-4C40-41C9-ACF6-7482525420B1}" dt="2025-11-14T19:06:04.527" v="1498" actId="478"/>
          <ac:spMkLst>
            <pc:docMk/>
            <pc:sldMk cId="3995226394" sldId="2113416858"/>
            <ac:spMk id="7" creationId="{40414620-FFB6-9E58-8644-A9791A783BE2}"/>
          </ac:spMkLst>
        </pc:spChg>
        <pc:spChg chg="add mod">
          <ac:chgData name="Justin Henderson" userId="81207418e03c3f7a" providerId="LiveId" clId="{6FFA94FB-4C40-41C9-ACF6-7482525420B1}" dt="2025-11-14T19:06:43.183" v="1532" actId="208"/>
          <ac:spMkLst>
            <pc:docMk/>
            <pc:sldMk cId="3995226394" sldId="2113416858"/>
            <ac:spMk id="8" creationId="{E1612794-7056-715C-24AA-C0C3C55EDD92}"/>
          </ac:spMkLst>
        </pc:spChg>
        <pc:spChg chg="add mod">
          <ac:chgData name="Justin Henderson" userId="81207418e03c3f7a" providerId="LiveId" clId="{6FFA94FB-4C40-41C9-ACF6-7482525420B1}" dt="2025-11-14T19:06:44.769" v="1533" actId="208"/>
          <ac:spMkLst>
            <pc:docMk/>
            <pc:sldMk cId="3995226394" sldId="2113416858"/>
            <ac:spMk id="9" creationId="{52C90BDB-2B40-0764-2F39-3698518F5C8A}"/>
          </ac:spMkLst>
        </pc:spChg>
        <pc:spChg chg="add mod">
          <ac:chgData name="Justin Henderson" userId="81207418e03c3f7a" providerId="LiveId" clId="{6FFA94FB-4C40-41C9-ACF6-7482525420B1}" dt="2025-11-14T19:06:53.846" v="1546" actId="20577"/>
          <ac:spMkLst>
            <pc:docMk/>
            <pc:sldMk cId="3995226394" sldId="2113416858"/>
            <ac:spMk id="10" creationId="{EA19E328-4D94-6C6A-5C29-2C2F5CF251BE}"/>
          </ac:spMkLst>
        </pc:spChg>
        <pc:spChg chg="add mod">
          <ac:chgData name="Justin Henderson" userId="81207418e03c3f7a" providerId="LiveId" clId="{6FFA94FB-4C40-41C9-ACF6-7482525420B1}" dt="2025-11-14T19:07:03.164" v="1563" actId="20577"/>
          <ac:spMkLst>
            <pc:docMk/>
            <pc:sldMk cId="3995226394" sldId="2113416858"/>
            <ac:spMk id="11" creationId="{8302CFF0-713D-BB31-D256-57C33DE64A92}"/>
          </ac:spMkLst>
        </pc:spChg>
        <pc:cxnChg chg="add mod">
          <ac:chgData name="Justin Henderson" userId="81207418e03c3f7a" providerId="LiveId" clId="{6FFA94FB-4C40-41C9-ACF6-7482525420B1}" dt="2025-11-14T19:07:21.999" v="1566" actId="208"/>
          <ac:cxnSpMkLst>
            <pc:docMk/>
            <pc:sldMk cId="3995226394" sldId="2113416858"/>
            <ac:cxnSpMk id="13" creationId="{F8EE677A-86A1-DB6B-4074-D2592083532C}"/>
          </ac:cxnSpMkLst>
        </pc:cxnChg>
        <pc:cxnChg chg="add mod">
          <ac:chgData name="Justin Henderson" userId="81207418e03c3f7a" providerId="LiveId" clId="{6FFA94FB-4C40-41C9-ACF6-7482525420B1}" dt="2025-11-14T19:07:33.963" v="1570" actId="14100"/>
          <ac:cxnSpMkLst>
            <pc:docMk/>
            <pc:sldMk cId="3995226394" sldId="2113416858"/>
            <ac:cxnSpMk id="14" creationId="{2104A9E8-DC99-FAB2-5FD8-7EAFF592FA84}"/>
          </ac:cxnSpMkLst>
        </pc:cxnChg>
      </pc:sldChg>
      <pc:sldChg chg="addSp delSp modSp new mod modClrScheme chgLayout">
        <pc:chgData name="Justin Henderson" userId="81207418e03c3f7a" providerId="LiveId" clId="{6FFA94FB-4C40-41C9-ACF6-7482525420B1}" dt="2025-11-14T19:27:13.044" v="1587"/>
        <pc:sldMkLst>
          <pc:docMk/>
          <pc:sldMk cId="811980647" sldId="2113416859"/>
        </pc:sldMkLst>
        <pc:spChg chg="del mod ord">
          <ac:chgData name="Justin Henderson" userId="81207418e03c3f7a" providerId="LiveId" clId="{6FFA94FB-4C40-41C9-ACF6-7482525420B1}" dt="2025-11-14T19:26:42.593" v="1572" actId="700"/>
          <ac:spMkLst>
            <pc:docMk/>
            <pc:sldMk cId="811980647" sldId="2113416859"/>
            <ac:spMk id="2" creationId="{CBC0C3C7-4ED4-B79B-B48E-D4BFD986551A}"/>
          </ac:spMkLst>
        </pc:spChg>
        <pc:spChg chg="del mod ord">
          <ac:chgData name="Justin Henderson" userId="81207418e03c3f7a" providerId="LiveId" clId="{6FFA94FB-4C40-41C9-ACF6-7482525420B1}" dt="2025-11-14T19:26:42.593" v="1572" actId="700"/>
          <ac:spMkLst>
            <pc:docMk/>
            <pc:sldMk cId="811980647" sldId="2113416859"/>
            <ac:spMk id="3" creationId="{95187973-C551-318E-5937-B3E1C7C0E0CE}"/>
          </ac:spMkLst>
        </pc:spChg>
        <pc:spChg chg="del">
          <ac:chgData name="Justin Henderson" userId="81207418e03c3f7a" providerId="LiveId" clId="{6FFA94FB-4C40-41C9-ACF6-7482525420B1}" dt="2025-11-14T19:26:42.593" v="1572" actId="700"/>
          <ac:spMkLst>
            <pc:docMk/>
            <pc:sldMk cId="811980647" sldId="2113416859"/>
            <ac:spMk id="4" creationId="{ABEBE1DD-4E72-4B15-470A-C0BCC93AE4C7}"/>
          </ac:spMkLst>
        </pc:spChg>
        <pc:spChg chg="add mod ord">
          <ac:chgData name="Justin Henderson" userId="81207418e03c3f7a" providerId="LiveId" clId="{6FFA94FB-4C40-41C9-ACF6-7482525420B1}" dt="2025-11-14T19:26:46.506" v="1585" actId="20577"/>
          <ac:spMkLst>
            <pc:docMk/>
            <pc:sldMk cId="811980647" sldId="2113416859"/>
            <ac:spMk id="5" creationId="{B395BEAE-5CC8-548B-51A2-5E40703EBE7F}"/>
          </ac:spMkLst>
        </pc:spChg>
        <pc:spChg chg="add del mod ord">
          <ac:chgData name="Justin Henderson" userId="81207418e03c3f7a" providerId="LiveId" clId="{6FFA94FB-4C40-41C9-ACF6-7482525420B1}" dt="2025-11-14T19:27:13.044" v="1587"/>
          <ac:spMkLst>
            <pc:docMk/>
            <pc:sldMk cId="811980647" sldId="2113416859"/>
            <ac:spMk id="6" creationId="{356AEB36-068B-81BF-D8AB-5455D770688D}"/>
          </ac:spMkLst>
        </pc:spChg>
        <pc:spChg chg="add mod">
          <ac:chgData name="Justin Henderson" userId="81207418e03c3f7a" providerId="LiveId" clId="{6FFA94FB-4C40-41C9-ACF6-7482525420B1}" dt="2025-11-14T19:27:13.044" v="1587"/>
          <ac:spMkLst>
            <pc:docMk/>
            <pc:sldMk cId="811980647" sldId="2113416859"/>
            <ac:spMk id="7" creationId="{573B7219-AFBE-6309-9C2D-9F35FBD98F3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2258"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defTabSz="966788">
              <a:defRPr sz="1300" dirty="0">
                <a:latin typeface="Tahoma" pitchFamily="34" charset="0"/>
              </a:defRPr>
            </a:lvl1pPr>
          </a:lstStyle>
          <a:p>
            <a:pPr>
              <a:defRPr/>
            </a:pPr>
            <a:endParaRPr lang="en-US"/>
          </a:p>
        </p:txBody>
      </p:sp>
      <p:sp>
        <p:nvSpPr>
          <p:cNvPr id="352259"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algn="r" defTabSz="966788">
              <a:defRPr sz="1300" dirty="0">
                <a:latin typeface="Tahoma" pitchFamily="34" charset="0"/>
              </a:defRPr>
            </a:lvl1pPr>
          </a:lstStyle>
          <a:p>
            <a:pPr>
              <a:defRPr/>
            </a:pPr>
            <a:endParaRPr lang="en-US"/>
          </a:p>
        </p:txBody>
      </p:sp>
      <p:sp>
        <p:nvSpPr>
          <p:cNvPr id="352260"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defTabSz="966788">
              <a:defRPr sz="1300" dirty="0">
                <a:latin typeface="Tahoma" pitchFamily="34" charset="0"/>
              </a:defRPr>
            </a:lvl1pPr>
          </a:lstStyle>
          <a:p>
            <a:pPr>
              <a:defRPr/>
            </a:pPr>
            <a:endParaRPr lang="en-US"/>
          </a:p>
        </p:txBody>
      </p:sp>
      <p:sp>
        <p:nvSpPr>
          <p:cNvPr id="352261"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algn="r" defTabSz="966788">
              <a:defRPr sz="1300">
                <a:latin typeface="Tahoma" pitchFamily="34" charset="0"/>
              </a:defRPr>
            </a:lvl1pPr>
          </a:lstStyle>
          <a:p>
            <a:pPr>
              <a:defRPr/>
            </a:pPr>
            <a:fld id="{7B84F0AD-B8EC-4E4C-96AB-90A3127EB247}" type="slidenum">
              <a:rPr lang="en-US"/>
              <a:pPr>
                <a:defRPr/>
              </a:pPr>
              <a:t>‹#›</a:t>
            </a:fld>
            <a:endParaRPr lang="en-US"/>
          </a:p>
        </p:txBody>
      </p:sp>
    </p:spTree>
    <p:extLst>
      <p:ext uri="{BB962C8B-B14F-4D97-AF65-F5344CB8AC3E}">
        <p14:creationId xmlns:p14="http://schemas.microsoft.com/office/powerpoint/2010/main" val="361305867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89442"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p:spPr>
        <p:txBody>
          <a:bodyPr/>
          <a:lstStyle/>
          <a:p>
            <a:endParaRPr lang="en-US"/>
          </a:p>
        </p:txBody>
      </p:sp>
      <p:sp>
        <p:nvSpPr>
          <p:cNvPr id="9221" name="Rectangle 5"/>
          <p:cNvSpPr>
            <a:spLocks noGrp="1" noChangeArrowheads="1"/>
          </p:cNvSpPr>
          <p:nvPr>
            <p:ph type="body" sz="quarter" idx="3"/>
          </p:nvPr>
        </p:nvSpPr>
        <p:spPr bwMode="auto">
          <a:xfrm>
            <a:off x="685800" y="4560888"/>
            <a:ext cx="5943600" cy="4354512"/>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705643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ts val="363"/>
      </a:spcBef>
      <a:spcAft>
        <a:spcPct val="0"/>
      </a:spcAft>
      <a:defRPr sz="1100" kern="1200">
        <a:solidFill>
          <a:schemeClr val="tx1"/>
        </a:solidFill>
        <a:latin typeface="Times New Roman" pitchFamily="18" charset="0"/>
        <a:ea typeface="+mn-ea"/>
        <a:cs typeface="+mn-cs"/>
      </a:defRPr>
    </a:lvl1pPr>
    <a:lvl2pPr marL="457200" algn="l" rtl="0" eaLnBrk="0" fontAlgn="base" hangingPunct="0">
      <a:spcBef>
        <a:spcPts val="363"/>
      </a:spcBef>
      <a:spcAft>
        <a:spcPct val="0"/>
      </a:spcAft>
      <a:defRPr sz="1100" kern="1200">
        <a:solidFill>
          <a:schemeClr val="tx1"/>
        </a:solidFill>
        <a:latin typeface="Times New Roman" pitchFamily="18" charset="0"/>
        <a:ea typeface="+mn-ea"/>
        <a:cs typeface="+mn-cs"/>
      </a:defRPr>
    </a:lvl2pPr>
    <a:lvl3pPr marL="914400" algn="l" rtl="0" eaLnBrk="0" fontAlgn="base" hangingPunct="0">
      <a:spcBef>
        <a:spcPts val="363"/>
      </a:spcBef>
      <a:spcAft>
        <a:spcPct val="0"/>
      </a:spcAft>
      <a:defRPr sz="1100" kern="1200">
        <a:solidFill>
          <a:schemeClr val="tx1"/>
        </a:solidFill>
        <a:latin typeface="Times New Roman" pitchFamily="18" charset="0"/>
        <a:ea typeface="+mn-ea"/>
        <a:cs typeface="+mn-cs"/>
      </a:defRPr>
    </a:lvl3pPr>
    <a:lvl4pPr marL="1371600" algn="l" rtl="0" eaLnBrk="0" fontAlgn="base" hangingPunct="0">
      <a:spcBef>
        <a:spcPts val="363"/>
      </a:spcBef>
      <a:spcAft>
        <a:spcPct val="0"/>
      </a:spcAft>
      <a:defRPr sz="1100" kern="1200">
        <a:solidFill>
          <a:schemeClr val="tx1"/>
        </a:solidFill>
        <a:latin typeface="Times New Roman" pitchFamily="18" charset="0"/>
        <a:ea typeface="+mn-ea"/>
        <a:cs typeface="+mn-cs"/>
      </a:defRPr>
    </a:lvl4pPr>
    <a:lvl5pPr marL="1828800" algn="l" rtl="0" eaLnBrk="0" fontAlgn="base" hangingPunct="0">
      <a:spcBef>
        <a:spcPts val="363"/>
      </a:spcBef>
      <a:spcAft>
        <a:spcPct val="0"/>
      </a:spcAft>
      <a:defRPr sz="11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51556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67522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ans_cours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471488" y="1371600"/>
            <a:ext cx="11112141" cy="3276600"/>
          </a:xfrm>
        </p:spPr>
        <p:txBody>
          <a:bodyPr/>
          <a:lstStyle>
            <a:lvl1pPr algn="ctr">
              <a:defRPr>
                <a:solidFill>
                  <a:srgbClr val="005557"/>
                </a:solidFill>
              </a:defRPr>
            </a:lvl1pPr>
          </a:lstStyle>
          <a:p>
            <a:pPr lvl="0"/>
            <a:r>
              <a:rPr lang="en-US"/>
              <a:t>Click to edit Master text styles</a:t>
            </a:r>
          </a:p>
        </p:txBody>
      </p:sp>
      <p:sp>
        <p:nvSpPr>
          <p:cNvPr id="9" name="Text Placeholder 8"/>
          <p:cNvSpPr>
            <a:spLocks noGrp="1"/>
          </p:cNvSpPr>
          <p:nvPr>
            <p:ph type="body" sz="quarter" idx="14"/>
          </p:nvPr>
        </p:nvSpPr>
        <p:spPr>
          <a:xfrm>
            <a:off x="471488" y="5146469"/>
            <a:ext cx="11247437" cy="1003300"/>
          </a:xfrm>
        </p:spPr>
        <p:txBody>
          <a:bodyPr/>
          <a:lstStyle>
            <a:lvl1pPr algn="ctr">
              <a:defRPr sz="2400" b="0" i="0">
                <a:solidFill>
                  <a:schemeClr val="tx1"/>
                </a:solidFill>
                <a:latin typeface="Gill Sans MT" charset="0"/>
                <a:ea typeface="Gill Sans MT" charset="0"/>
                <a:cs typeface="Gill Sans MT" charset="0"/>
              </a:defRPr>
            </a:lvl1pPr>
            <a:lvl2pPr algn="ctr">
              <a:defRPr sz="1200" b="0" i="0">
                <a:solidFill>
                  <a:schemeClr val="tx1"/>
                </a:solidFill>
                <a:latin typeface="Gill Sans MT" charset="0"/>
                <a:ea typeface="Gill Sans MT" charset="0"/>
                <a:cs typeface="Gill Sans MT" charset="0"/>
              </a:defRPr>
            </a:lvl2pPr>
            <a:lvl3pPr algn="ctr">
              <a:defRPr sz="1200" b="0" i="0">
                <a:solidFill>
                  <a:schemeClr val="tx1"/>
                </a:solidFill>
                <a:latin typeface="Gill Sans MT" charset="0"/>
                <a:ea typeface="Gill Sans MT" charset="0"/>
                <a:cs typeface="Gill Sans MT" charset="0"/>
              </a:defRPr>
            </a:lvl3pPr>
            <a:lvl4pPr algn="ctr">
              <a:defRPr sz="1200" b="0" i="0">
                <a:solidFill>
                  <a:schemeClr val="tx1"/>
                </a:solidFill>
                <a:latin typeface="Gill Sans MT" charset="0"/>
                <a:ea typeface="Gill Sans MT" charset="0"/>
                <a:cs typeface="Gill Sans MT" charset="0"/>
              </a:defRPr>
            </a:lvl4pPr>
            <a:lvl5pPr algn="ctr">
              <a:defRPr sz="1200" b="0" i="0">
                <a:solidFill>
                  <a:schemeClr val="tx1"/>
                </a:solidFill>
                <a:latin typeface="Gill Sans MT" charset="0"/>
                <a:ea typeface="Gill Sans MT" charset="0"/>
                <a:cs typeface="Gill Sans MT" charset="0"/>
              </a:defRPr>
            </a:lvl5pPr>
          </a:lstStyle>
          <a:p>
            <a:pPr lvl="0"/>
            <a:r>
              <a:rPr lang="en-US"/>
              <a:t>Click to edit Master text styles</a:t>
            </a:r>
          </a:p>
        </p:txBody>
      </p:sp>
      <p:sp>
        <p:nvSpPr>
          <p:cNvPr id="11" name="Text Placeholder 10"/>
          <p:cNvSpPr>
            <a:spLocks noGrp="1"/>
          </p:cNvSpPr>
          <p:nvPr>
            <p:ph type="body" sz="quarter" idx="15"/>
          </p:nvPr>
        </p:nvSpPr>
        <p:spPr bwMode="gray">
          <a:xfrm>
            <a:off x="4200939" y="476250"/>
            <a:ext cx="7332249" cy="685800"/>
          </a:xfrm>
        </p:spPr>
        <p:txBody>
          <a:bodyPr tIns="64008" bIns="0"/>
          <a:lstStyle>
            <a:lvl1pPr algn="r">
              <a:defRPr sz="1800" b="0" i="0">
                <a:solidFill>
                  <a:schemeClr val="bg1"/>
                </a:solidFill>
                <a:latin typeface="Gill Sans MT" charset="0"/>
                <a:ea typeface="Gill Sans MT" charset="0"/>
                <a:cs typeface="Gill Sans MT" charset="0"/>
              </a:defRPr>
            </a:lvl1pPr>
            <a:lvl2pPr algn="r">
              <a:defRPr sz="1800" b="0" i="0">
                <a:latin typeface="Gill Sans MT" charset="0"/>
                <a:ea typeface="Gill Sans MT" charset="0"/>
                <a:cs typeface="Gill Sans MT" charset="0"/>
              </a:defRPr>
            </a:lvl2pPr>
            <a:lvl3pPr algn="r">
              <a:defRPr sz="1800" b="0" i="0">
                <a:latin typeface="Gill Sans MT" charset="0"/>
                <a:ea typeface="Gill Sans MT" charset="0"/>
                <a:cs typeface="Gill Sans MT" charset="0"/>
              </a:defRPr>
            </a:lvl3pPr>
            <a:lvl4pPr algn="r">
              <a:defRPr sz="1800" b="0" i="0">
                <a:latin typeface="Gill Sans MT" charset="0"/>
                <a:ea typeface="Gill Sans MT" charset="0"/>
                <a:cs typeface="Gill Sans MT" charset="0"/>
              </a:defRPr>
            </a:lvl4pPr>
            <a:lvl5pPr algn="r">
              <a:defRPr sz="1800" b="0" i="0">
                <a:latin typeface="Gill Sans MT" charset="0"/>
                <a:ea typeface="Gill Sans MT" charset="0"/>
                <a:cs typeface="Gill Sans MT" charset="0"/>
              </a:defRPr>
            </a:lvl5pPr>
          </a:lstStyle>
          <a:p>
            <a:pPr lvl="0"/>
            <a:r>
              <a:rPr lang="en-US"/>
              <a:t>Click to edit Master text styles</a:t>
            </a:r>
          </a:p>
        </p:txBody>
      </p:sp>
    </p:spTree>
    <p:extLst>
      <p:ext uri="{BB962C8B-B14F-4D97-AF65-F5344CB8AC3E}">
        <p14:creationId xmlns:p14="http://schemas.microsoft.com/office/powerpoint/2010/main" val="727927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ans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255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ans_single-text">
    <p:spTree>
      <p:nvGrpSpPr>
        <p:cNvPr id="1" name=""/>
        <p:cNvGrpSpPr/>
        <p:nvPr/>
      </p:nvGrpSpPr>
      <p:grpSpPr>
        <a:xfrm>
          <a:off x="0" y="0"/>
          <a:ext cx="0" cy="0"/>
          <a:chOff x="0" y="0"/>
          <a:chExt cx="0" cy="0"/>
        </a:xfrm>
      </p:grpSpPr>
      <p:sp>
        <p:nvSpPr>
          <p:cNvPr id="7" name="Rectangle 6"/>
          <p:cNvSpPr/>
          <p:nvPr userDrawn="1"/>
        </p:nvSpPr>
        <p:spPr>
          <a:xfrm>
            <a:off x="472440" y="475840"/>
            <a:ext cx="11247120" cy="685800"/>
          </a:xfrm>
          <a:prstGeom prst="rect">
            <a:avLst/>
          </a:prstGeom>
          <a:solidFill>
            <a:srgbClr val="005557"/>
          </a:solidFill>
          <a:ln>
            <a:solidFill>
              <a:srgbClr val="03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55320" y="475840"/>
            <a:ext cx="10881360" cy="685799"/>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655320" y="1295400"/>
            <a:ext cx="10881360" cy="4876800"/>
          </a:xfrm>
        </p:spPr>
        <p:txBody>
          <a:bodyPr/>
          <a:lstStyle>
            <a:lvl1pPr>
              <a:lnSpc>
                <a:spcPct val="100000"/>
              </a:lnSpc>
              <a:spcBef>
                <a:spcPts val="1000"/>
              </a:spcBef>
              <a:defRPr sz="3200"/>
            </a:lvl1pPr>
            <a:lvl2pPr>
              <a:lnSpc>
                <a:spcPct val="100000"/>
              </a:lnSpc>
              <a:spcBef>
                <a:spcPts val="1000"/>
              </a:spcBef>
              <a:defRPr/>
            </a:lvl2pPr>
            <a:lvl3pPr>
              <a:lnSpc>
                <a:spcPct val="100000"/>
              </a:lnSpc>
              <a:spcBef>
                <a:spcPts val="1000"/>
              </a:spcBef>
              <a:defRPr/>
            </a:lvl3pPr>
            <a:lvl4pPr>
              <a:lnSpc>
                <a:spcPct val="100000"/>
              </a:lnSpc>
              <a:spcBef>
                <a:spcPts val="1000"/>
              </a:spcBef>
              <a:defRPr/>
            </a:lvl4pPr>
            <a:lvl5pPr>
              <a:lnSpc>
                <a:spcPct val="100000"/>
              </a:lnSpc>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91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ans_single-text_subtitle">
    <p:spTree>
      <p:nvGrpSpPr>
        <p:cNvPr id="1" name=""/>
        <p:cNvGrpSpPr/>
        <p:nvPr/>
      </p:nvGrpSpPr>
      <p:grpSpPr>
        <a:xfrm>
          <a:off x="0" y="0"/>
          <a:ext cx="0" cy="0"/>
          <a:chOff x="0" y="0"/>
          <a:chExt cx="0" cy="0"/>
        </a:xfrm>
      </p:grpSpPr>
      <p:sp>
        <p:nvSpPr>
          <p:cNvPr id="9" name="Rectangle 8"/>
          <p:cNvSpPr/>
          <p:nvPr userDrawn="1"/>
        </p:nvSpPr>
        <p:spPr>
          <a:xfrm>
            <a:off x="472440" y="475840"/>
            <a:ext cx="11247120" cy="685800"/>
          </a:xfrm>
          <a:prstGeom prst="rect">
            <a:avLst/>
          </a:prstGeom>
          <a:solidFill>
            <a:srgbClr val="005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655320" y="475841"/>
            <a:ext cx="10881360" cy="685800"/>
          </a:xfrm>
          <a:solidFill>
            <a:srgbClr val="005557"/>
          </a:solidFill>
        </p:spPr>
        <p:txBody>
          <a:bodyPr anchor="ctr" anchorCtr="0"/>
          <a:lstStyle>
            <a:lvl1pPr algn="l">
              <a:defRPr sz="2400">
                <a:solidFill>
                  <a:schemeClr val="bg1"/>
                </a:solidFill>
              </a:defRPr>
            </a:lvl1pPr>
          </a:lstStyle>
          <a:p>
            <a:r>
              <a:rPr lang="en-US"/>
              <a:t>Click to edit master title style</a:t>
            </a:r>
          </a:p>
        </p:txBody>
      </p:sp>
      <p:sp>
        <p:nvSpPr>
          <p:cNvPr id="3" name="Subtitle 2"/>
          <p:cNvSpPr>
            <a:spLocks noGrp="1"/>
          </p:cNvSpPr>
          <p:nvPr>
            <p:ph type="subTitle" idx="1"/>
          </p:nvPr>
        </p:nvSpPr>
        <p:spPr>
          <a:xfrm>
            <a:off x="655320" y="1295400"/>
            <a:ext cx="10881360" cy="589935"/>
          </a:xfrm>
        </p:spPr>
        <p:txBody>
          <a:bodyPr/>
          <a:lstStyle>
            <a:lvl1pPr marL="0" indent="0" algn="l">
              <a:buNone/>
              <a:defRPr sz="2800" b="1" i="0">
                <a:latin typeface="Gill Sans MT" charset="0"/>
                <a:ea typeface="Gill Sans MT" charset="0"/>
                <a:cs typeface="Gill Sans M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p:cNvSpPr>
            <a:spLocks noGrp="1"/>
          </p:cNvSpPr>
          <p:nvPr>
            <p:ph type="body" sz="quarter" idx="13"/>
          </p:nvPr>
        </p:nvSpPr>
        <p:spPr>
          <a:xfrm>
            <a:off x="655320" y="2022811"/>
            <a:ext cx="10881360" cy="3717260"/>
          </a:xfrm>
        </p:spPr>
        <p:txBody>
          <a:bodyPr/>
          <a:lstStyle>
            <a:lvl1pPr>
              <a:defRPr sz="3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07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sans_two-column-text">
    <p:spTree>
      <p:nvGrpSpPr>
        <p:cNvPr id="1" name=""/>
        <p:cNvGrpSpPr/>
        <p:nvPr/>
      </p:nvGrpSpPr>
      <p:grpSpPr>
        <a:xfrm>
          <a:off x="0" y="0"/>
          <a:ext cx="0" cy="0"/>
          <a:chOff x="0" y="0"/>
          <a:chExt cx="0" cy="0"/>
        </a:xfrm>
      </p:grpSpPr>
      <p:sp>
        <p:nvSpPr>
          <p:cNvPr id="8" name="Rectangle 7"/>
          <p:cNvSpPr/>
          <p:nvPr userDrawn="1"/>
        </p:nvSpPr>
        <p:spPr>
          <a:xfrm>
            <a:off x="472440" y="475840"/>
            <a:ext cx="11247120" cy="685800"/>
          </a:xfrm>
          <a:prstGeom prst="rect">
            <a:avLst/>
          </a:prstGeom>
          <a:solidFill>
            <a:srgbClr val="005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55320" y="475839"/>
            <a:ext cx="10881360" cy="685801"/>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655320" y="1295400"/>
            <a:ext cx="5364480" cy="48078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295400"/>
            <a:ext cx="5364480" cy="48078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03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sans_two-column-text_subtitle">
    <p:spTree>
      <p:nvGrpSpPr>
        <p:cNvPr id="1" name=""/>
        <p:cNvGrpSpPr/>
        <p:nvPr/>
      </p:nvGrpSpPr>
      <p:grpSpPr>
        <a:xfrm>
          <a:off x="0" y="0"/>
          <a:ext cx="0" cy="0"/>
          <a:chOff x="0" y="0"/>
          <a:chExt cx="0" cy="0"/>
        </a:xfrm>
      </p:grpSpPr>
      <p:sp>
        <p:nvSpPr>
          <p:cNvPr id="10" name="Rectangle 9"/>
          <p:cNvSpPr/>
          <p:nvPr userDrawn="1"/>
        </p:nvSpPr>
        <p:spPr>
          <a:xfrm>
            <a:off x="472440" y="475840"/>
            <a:ext cx="11247120" cy="685800"/>
          </a:xfrm>
          <a:prstGeom prst="rect">
            <a:avLst/>
          </a:prstGeom>
          <a:solidFill>
            <a:srgbClr val="005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55320" y="475840"/>
            <a:ext cx="10881360" cy="685800"/>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idx="1"/>
          </p:nvPr>
        </p:nvSpPr>
        <p:spPr>
          <a:xfrm>
            <a:off x="655320" y="1295400"/>
            <a:ext cx="5342255" cy="594360"/>
          </a:xfrm>
        </p:spPr>
        <p:txBody>
          <a:bodyPr anchor="t" anchorCtr="0"/>
          <a:lstStyle>
            <a:lvl1pPr marL="0" indent="0">
              <a:buNone/>
              <a:defRPr sz="2800" b="1" i="0">
                <a:latin typeface="Gill Sans MT" charset="0"/>
                <a:ea typeface="Gill Sans MT" charset="0"/>
                <a:cs typeface="Gill Sans MT"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55320" y="2023520"/>
            <a:ext cx="5342255" cy="4166143"/>
          </a:xfrm>
        </p:spPr>
        <p:txBody>
          <a:bodyPr/>
          <a:lstStyle>
            <a:lvl1pPr>
              <a:defRPr sz="2800"/>
            </a:lvl1pPr>
            <a:lvl2pPr>
              <a:defRPr sz="2400"/>
            </a:lvl2pPr>
            <a:lvl3pPr>
              <a:defRPr sz="2000"/>
            </a:lvl3pPr>
            <a:lvl4pPr>
              <a:defRPr sz="18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295400"/>
            <a:ext cx="5364480" cy="594360"/>
          </a:xfrm>
        </p:spPr>
        <p:txBody>
          <a:bodyPr anchor="t" anchorCtr="0"/>
          <a:lstStyle>
            <a:lvl1pPr marL="0" indent="0">
              <a:buNone/>
              <a:defRPr sz="2800" b="1" i="0">
                <a:latin typeface="Gill Sans MT" charset="0"/>
                <a:ea typeface="Gill Sans MT" charset="0"/>
                <a:cs typeface="Gill Sans MT"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023520"/>
            <a:ext cx="5364480" cy="4166143"/>
          </a:xfrm>
        </p:spPr>
        <p:txBody>
          <a:bodyPr/>
          <a:lstStyle>
            <a:lvl1pPr>
              <a:defRPr sz="2400"/>
            </a:lvl1pPr>
            <a:lvl2pPr>
              <a:defRPr sz="2400"/>
            </a:lvl2pPr>
            <a:lvl3pPr>
              <a:defRPr sz="2000"/>
            </a:lvl3pPr>
            <a:lvl4pPr>
              <a:defRPr sz="18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31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ns_text_picture">
    <p:spTree>
      <p:nvGrpSpPr>
        <p:cNvPr id="1" name=""/>
        <p:cNvGrpSpPr/>
        <p:nvPr/>
      </p:nvGrpSpPr>
      <p:grpSpPr>
        <a:xfrm>
          <a:off x="0" y="0"/>
          <a:ext cx="0" cy="0"/>
          <a:chOff x="0" y="0"/>
          <a:chExt cx="0" cy="0"/>
        </a:xfrm>
      </p:grpSpPr>
      <p:sp>
        <p:nvSpPr>
          <p:cNvPr id="10" name="Rectangle 9"/>
          <p:cNvSpPr/>
          <p:nvPr userDrawn="1"/>
        </p:nvSpPr>
        <p:spPr>
          <a:xfrm>
            <a:off x="472440" y="475840"/>
            <a:ext cx="11247120" cy="685800"/>
          </a:xfrm>
          <a:prstGeom prst="rect">
            <a:avLst/>
          </a:prstGeom>
          <a:solidFill>
            <a:srgbClr val="005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55320" y="475840"/>
            <a:ext cx="10881360" cy="685800"/>
          </a:xfrm>
        </p:spPr>
        <p:txBody>
          <a:bodyPr vert="horz" lIns="91440" tIns="64008" rIns="91440" bIns="0" rtlCol="0" anchor="ctr">
            <a:noAutofit/>
          </a:bodyPr>
          <a:lstStyle>
            <a:lvl1pPr>
              <a:defRPr lang="en-US" dirty="0">
                <a:solidFill>
                  <a:schemeClr val="bg1"/>
                </a:solidFill>
              </a:defRPr>
            </a:lvl1pPr>
          </a:lstStyle>
          <a:p>
            <a:pPr lvl="0"/>
            <a:r>
              <a:rPr lang="en-US"/>
              <a:t>Click to edit master title style</a:t>
            </a:r>
          </a:p>
        </p:txBody>
      </p:sp>
      <p:sp>
        <p:nvSpPr>
          <p:cNvPr id="3" name="Picture Placeholder 2"/>
          <p:cNvSpPr>
            <a:spLocks noGrp="1"/>
          </p:cNvSpPr>
          <p:nvPr>
            <p:ph type="pic" idx="1"/>
          </p:nvPr>
        </p:nvSpPr>
        <p:spPr>
          <a:xfrm>
            <a:off x="5191432" y="1295400"/>
            <a:ext cx="6163956" cy="470719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9" name="Text Placeholder 8"/>
          <p:cNvSpPr>
            <a:spLocks noGrp="1"/>
          </p:cNvSpPr>
          <p:nvPr>
            <p:ph type="body" sz="quarter" idx="13"/>
          </p:nvPr>
        </p:nvSpPr>
        <p:spPr>
          <a:xfrm>
            <a:off x="655320" y="1295400"/>
            <a:ext cx="4240530" cy="4707194"/>
          </a:xfrm>
        </p:spPr>
        <p:txBody>
          <a:bodyPr/>
          <a:lstStyle>
            <a:lvl2pPr>
              <a:defRPr sz="2400"/>
            </a:lvl2pPr>
            <a:lvl3pPr>
              <a:defRPr sz="2000"/>
            </a:lvl3pPr>
            <a:lvl4pPr>
              <a:defRPr sz="18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7373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ans_no-text">
    <p:spTree>
      <p:nvGrpSpPr>
        <p:cNvPr id="1" name=""/>
        <p:cNvGrpSpPr/>
        <p:nvPr/>
      </p:nvGrpSpPr>
      <p:grpSpPr>
        <a:xfrm>
          <a:off x="0" y="0"/>
          <a:ext cx="0" cy="0"/>
          <a:chOff x="0" y="0"/>
          <a:chExt cx="0" cy="0"/>
        </a:xfrm>
      </p:grpSpPr>
      <p:sp>
        <p:nvSpPr>
          <p:cNvPr id="6" name="Rectangle 5"/>
          <p:cNvSpPr/>
          <p:nvPr userDrawn="1"/>
        </p:nvSpPr>
        <p:spPr>
          <a:xfrm>
            <a:off x="472440" y="475840"/>
            <a:ext cx="11247120" cy="685800"/>
          </a:xfrm>
          <a:prstGeom prst="rect">
            <a:avLst/>
          </a:prstGeom>
          <a:solidFill>
            <a:srgbClr val="005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55320" y="475488"/>
            <a:ext cx="10881360" cy="685800"/>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039342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ans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517970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auto">
          <a:xfrm>
            <a:off x="472440" y="4851400"/>
            <a:ext cx="11247120" cy="1562100"/>
          </a:xfrm>
          <a:prstGeom prst="rect">
            <a:avLst/>
          </a:prstGeom>
          <a:solidFill>
            <a:srgbClr val="D9D9D9"/>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400" b="0" i="0" u="none" strike="noStrike" cap="none" normalizeH="0" baseline="0">
              <a:ln>
                <a:noFill/>
              </a:ln>
              <a:solidFill>
                <a:srgbClr val="005C7D"/>
              </a:solidFill>
              <a:effectLst/>
              <a:latin typeface="Times New Roman" pitchFamily="18" charset="0"/>
            </a:endParaRPr>
          </a:p>
        </p:txBody>
      </p:sp>
      <p:sp>
        <p:nvSpPr>
          <p:cNvPr id="7" name="Rectangle 6"/>
          <p:cNvSpPr/>
          <p:nvPr/>
        </p:nvSpPr>
        <p:spPr>
          <a:xfrm>
            <a:off x="472442" y="475840"/>
            <a:ext cx="3568618" cy="685800"/>
          </a:xfrm>
          <a:prstGeom prst="rect">
            <a:avLst/>
          </a:prstGeom>
          <a:solidFill>
            <a:srgbClr val="005557"/>
          </a:solidFill>
          <a:ln>
            <a:solidFill>
              <a:srgbClr val="03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gray">
          <a:xfrm>
            <a:off x="655321" y="475840"/>
            <a:ext cx="3385738" cy="685800"/>
          </a:xfrm>
          <a:prstGeom prst="rect">
            <a:avLst/>
          </a:prstGeom>
        </p:spPr>
        <p:txBody>
          <a:bodyPr vert="horz" lIns="91440" tIns="64008" rIns="91440" bIns="0" rtlCol="0" anchor="ctr">
            <a:noAutofit/>
          </a:bodyPr>
          <a:lstStyle/>
          <a:p>
            <a:pPr lvl="0"/>
            <a:r>
              <a:rPr lang="en-US"/>
              <a:t>Click to edit Master title style</a:t>
            </a:r>
          </a:p>
        </p:txBody>
      </p:sp>
      <p:sp>
        <p:nvSpPr>
          <p:cNvPr id="3" name="Text Placeholder 2"/>
          <p:cNvSpPr>
            <a:spLocks noGrp="1"/>
          </p:cNvSpPr>
          <p:nvPr>
            <p:ph type="body" idx="1"/>
          </p:nvPr>
        </p:nvSpPr>
        <p:spPr>
          <a:xfrm>
            <a:off x="472440" y="1918425"/>
            <a:ext cx="11247120" cy="2286000"/>
          </a:xfrm>
          <a:prstGeom prst="rect">
            <a:avLst/>
          </a:prstGeom>
        </p:spPr>
        <p:txBody>
          <a:bodyPr vert="horz" lIns="91440" tIns="45720" rIns="91440" bIns="45720" rtlCol="0" anchor="ctr" anchorCtr="0">
            <a:noAutofit/>
          </a:bodyPr>
          <a:lstStyle/>
          <a:p>
            <a:pPr lvl="0"/>
            <a:r>
              <a:rPr lang="en-US"/>
              <a:t>Click to edit Master text styles</a:t>
            </a:r>
          </a:p>
        </p:txBody>
      </p:sp>
      <p:sp>
        <p:nvSpPr>
          <p:cNvPr id="11" name="Rectangle 10"/>
          <p:cNvSpPr/>
          <p:nvPr/>
        </p:nvSpPr>
        <p:spPr bwMode="auto">
          <a:xfrm>
            <a:off x="4035323" y="475488"/>
            <a:ext cx="7684238" cy="685800"/>
          </a:xfrm>
          <a:prstGeom prst="rect">
            <a:avLst/>
          </a:prstGeom>
          <a:solidFill>
            <a:srgbClr val="7F7F7F"/>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4400" b="0" i="0" u="none" strike="noStrike" cap="none" normalizeH="0" baseline="0">
              <a:ln>
                <a:noFill/>
              </a:ln>
              <a:solidFill>
                <a:srgbClr val="005C7D"/>
              </a:solidFill>
              <a:effectLst/>
              <a:latin typeface="Times New Roman" pitchFamily="18" charset="0"/>
            </a:endParaRPr>
          </a:p>
        </p:txBody>
      </p:sp>
      <p:cxnSp>
        <p:nvCxnSpPr>
          <p:cNvPr id="12" name="Straight Connector 11"/>
          <p:cNvCxnSpPr/>
          <p:nvPr/>
        </p:nvCxnSpPr>
        <p:spPr bwMode="white">
          <a:xfrm>
            <a:off x="4035323" y="442452"/>
            <a:ext cx="0" cy="75954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281970"/>
      </p:ext>
    </p:extLst>
  </p:cSld>
  <p:clrMap bg1="lt1" tx1="dk1" bg2="lt2" tx2="dk2" accent1="accent1" accent2="accent2" accent3="accent3" accent4="accent4" accent5="accent5" accent6="accent6" hlink="hlink" folHlink="folHlink"/>
  <p:sldLayoutIdLst>
    <p:sldLayoutId id="2147483968" r:id="rId1"/>
    <p:sldLayoutId id="2147483969" r:id="rId2"/>
  </p:sldLayoutIdLst>
  <p:hf sldNum="0" hdr="0" ftr="0" dt="0"/>
  <p:txStyles>
    <p:titleStyle>
      <a:lvl1pPr algn="l" defTabSz="914400" rtl="0" eaLnBrk="1" latinLnBrk="0" hangingPunct="1">
        <a:lnSpc>
          <a:spcPct val="90000"/>
        </a:lnSpc>
        <a:spcBef>
          <a:spcPct val="0"/>
        </a:spcBef>
        <a:buNone/>
        <a:defRPr lang="en-US" sz="1800" b="1" i="0" kern="1200" smtClean="0">
          <a:solidFill>
            <a:schemeClr val="bg1"/>
          </a:solidFill>
          <a:latin typeface="Gill Sans MT" charset="0"/>
          <a:ea typeface="Gill Sans MT" charset="0"/>
          <a:cs typeface="Gill Sans MT" charset="0"/>
        </a:defRPr>
      </a:lvl1pPr>
    </p:titleStyle>
    <p:bodyStyle>
      <a:lvl1pPr marL="0" indent="0" algn="l" defTabSz="914400" rtl="0" eaLnBrk="1" latinLnBrk="0" hangingPunct="1">
        <a:lnSpc>
          <a:spcPct val="90000"/>
        </a:lnSpc>
        <a:spcBef>
          <a:spcPts val="1000"/>
        </a:spcBef>
        <a:buFont typeface="Arial"/>
        <a:buNone/>
        <a:defRPr sz="6000" kern="1200">
          <a:solidFill>
            <a:srgbClr val="005B7D"/>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6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6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6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6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655320" y="365125"/>
            <a:ext cx="10881360" cy="685800"/>
          </a:xfrm>
          <a:prstGeom prst="rect">
            <a:avLst/>
          </a:prstGeom>
        </p:spPr>
        <p:txBody>
          <a:bodyPr vert="horz" lIns="91440" tIns="64008" rIns="91440" bIns="0" rtlCol="0" anchor="ctr">
            <a:noAutofit/>
          </a:bodyPr>
          <a:lstStyle/>
          <a:p>
            <a:r>
              <a:rPr lang="en-US"/>
              <a:t>Click to edit master title style</a:t>
            </a:r>
          </a:p>
        </p:txBody>
      </p:sp>
      <p:sp>
        <p:nvSpPr>
          <p:cNvPr id="3" name="Text Placeholder 2"/>
          <p:cNvSpPr>
            <a:spLocks noGrp="1"/>
          </p:cNvSpPr>
          <p:nvPr>
            <p:ph type="body" idx="1"/>
          </p:nvPr>
        </p:nvSpPr>
        <p:spPr>
          <a:xfrm>
            <a:off x="655320" y="1295400"/>
            <a:ext cx="10881360" cy="4894388"/>
          </a:xfrm>
          <a:prstGeom prst="rect">
            <a:avLst/>
          </a:prstGeom>
        </p:spPr>
        <p:txBody>
          <a:bodyPr vert="horz" lIns="91440" tIns="45720" rIns="91440" bIns="45720" rtlCol="0">
            <a:noAutofit/>
          </a:bodyPr>
          <a:lstStyle/>
          <a:p>
            <a:pPr lvl="1"/>
            <a:r>
              <a:rPr lang="en-US"/>
              <a:t>Click to edit Master text styles</a:t>
            </a:r>
          </a:p>
          <a:p>
            <a:pPr lvl="2"/>
            <a:r>
              <a:rPr lang="en-US"/>
              <a:t>Second level</a:t>
            </a:r>
          </a:p>
          <a:p>
            <a:pPr lvl="3"/>
            <a:r>
              <a:rPr lang="en-US"/>
              <a:t>Third level</a:t>
            </a:r>
          </a:p>
          <a:p>
            <a:pPr lvl="4"/>
            <a:r>
              <a:rPr lang="en-US"/>
              <a:t>Fourth level</a:t>
            </a:r>
          </a:p>
        </p:txBody>
      </p:sp>
      <p:sp>
        <p:nvSpPr>
          <p:cNvPr id="13" name="Rectangle 12"/>
          <p:cNvSpPr/>
          <p:nvPr/>
        </p:nvSpPr>
        <p:spPr>
          <a:xfrm>
            <a:off x="0" y="6311900"/>
            <a:ext cx="12192000" cy="54864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bwMode="gray">
          <a:xfrm>
            <a:off x="2804481" y="6400284"/>
            <a:ext cx="8818977" cy="369332"/>
          </a:xfrm>
          <a:prstGeom prst="rect">
            <a:avLst/>
          </a:prstGeom>
        </p:spPr>
        <p:txBody>
          <a:bodyPr wrap="square">
            <a:spAutoFit/>
          </a:bodyPr>
          <a:lstStyle/>
          <a:p>
            <a:pPr algn="r"/>
            <a:r>
              <a:rPr lang="en-US" sz="1800">
                <a:solidFill>
                  <a:schemeClr val="bg1"/>
                </a:solidFill>
                <a:latin typeface="Gill Sans MT"/>
              </a:rPr>
              <a:t>Presentation by Tellaro™</a:t>
            </a:r>
          </a:p>
        </p:txBody>
      </p:sp>
      <p:sp>
        <p:nvSpPr>
          <p:cNvPr id="17" name="Slide Number Placeholder 5"/>
          <p:cNvSpPr txBox="1">
            <a:spLocks/>
          </p:cNvSpPr>
          <p:nvPr userDrawn="1"/>
        </p:nvSpPr>
        <p:spPr>
          <a:xfrm>
            <a:off x="11553613" y="6325670"/>
            <a:ext cx="653796" cy="548640"/>
          </a:xfrm>
          <a:prstGeom prst="rect">
            <a:avLst/>
          </a:prstGeom>
        </p:spPr>
        <p:txBody>
          <a:bodyPr vert="horz" lIns="91440" tIns="45720" rIns="91440" bIns="45720" rtlCol="0" anchor="ctr"/>
          <a:lstStyle>
            <a:defPPr>
              <a:defRPr lang="en-US"/>
            </a:defPPr>
            <a:lvl1pPr marL="0" algn="ctr" defTabSz="914400" rtl="0" eaLnBrk="1" latinLnBrk="0" hangingPunct="1">
              <a:defRPr sz="1100" b="1" i="0" kern="1200">
                <a:solidFill>
                  <a:schemeClr val="bg1"/>
                </a:solidFill>
                <a:latin typeface="Gill Sans MT" charset="0"/>
                <a:ea typeface="Gill Sans MT" charset="0"/>
                <a:cs typeface="Gill Sans M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12C446D-6113-E749-B2D6-33109B9D4DC9}" type="slidenum">
              <a:rPr lang="en-US" sz="1600" smtClean="0"/>
              <a:pPr/>
              <a:t>‹#›</a:t>
            </a:fld>
            <a:endParaRPr lang="en-US"/>
          </a:p>
        </p:txBody>
      </p:sp>
      <p:sp>
        <p:nvSpPr>
          <p:cNvPr id="9" name="Rectangle 8">
            <a:extLst>
              <a:ext uri="{FF2B5EF4-FFF2-40B4-BE49-F238E27FC236}">
                <a16:creationId xmlns:a16="http://schemas.microsoft.com/office/drawing/2014/main" id="{1525E277-5293-95A7-3E99-21B264022E76}"/>
              </a:ext>
            </a:extLst>
          </p:cNvPr>
          <p:cNvSpPr/>
          <p:nvPr userDrawn="1"/>
        </p:nvSpPr>
        <p:spPr>
          <a:xfrm>
            <a:off x="76200" y="6386726"/>
            <a:ext cx="1219200" cy="395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59EFCBA-D96E-A233-F9E1-E723CE45225F}"/>
              </a:ext>
            </a:extLst>
          </p:cNvPr>
          <p:cNvPicPr>
            <a:picLocks noChangeAspect="1"/>
          </p:cNvPicPr>
          <p:nvPr userDrawn="1"/>
        </p:nvPicPr>
        <p:blipFill>
          <a:blip r:embed="rId9"/>
          <a:stretch>
            <a:fillRect/>
          </a:stretch>
        </p:blipFill>
        <p:spPr>
          <a:xfrm>
            <a:off x="112052" y="6400496"/>
            <a:ext cx="1143000" cy="369120"/>
          </a:xfrm>
          <a:prstGeom prst="rect">
            <a:avLst/>
          </a:prstGeom>
          <a:solidFill>
            <a:schemeClr val="bg1"/>
          </a:solidFill>
        </p:spPr>
      </p:pic>
      <p:cxnSp>
        <p:nvCxnSpPr>
          <p:cNvPr id="12" name="Straight Connector 11">
            <a:extLst>
              <a:ext uri="{FF2B5EF4-FFF2-40B4-BE49-F238E27FC236}">
                <a16:creationId xmlns:a16="http://schemas.microsoft.com/office/drawing/2014/main" id="{76602633-7C47-2357-7262-DA5EB8CBE790}"/>
              </a:ext>
            </a:extLst>
          </p:cNvPr>
          <p:cNvCxnSpPr/>
          <p:nvPr userDrawn="1"/>
        </p:nvCxnSpPr>
        <p:spPr>
          <a:xfrm>
            <a:off x="1371600" y="6311900"/>
            <a:ext cx="0" cy="5461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990179"/>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Lst>
  <p:hf sldNum="0" hdr="0" ftr="0" dt="0"/>
  <p:txStyles>
    <p:titleStyle>
      <a:lvl1pPr algn="l" defTabSz="914400" rtl="0" eaLnBrk="1" latinLnBrk="0" hangingPunct="1">
        <a:lnSpc>
          <a:spcPct val="90000"/>
        </a:lnSpc>
        <a:spcBef>
          <a:spcPct val="0"/>
        </a:spcBef>
        <a:buNone/>
        <a:defRPr sz="2400" b="1" i="0" kern="1200" cap="none" baseline="0">
          <a:solidFill>
            <a:schemeClr val="tx1"/>
          </a:solidFill>
          <a:latin typeface="Gill Sans MT" charset="0"/>
          <a:ea typeface="Gill Sans MT" charset="0"/>
          <a:cs typeface="Gill Sans MT" charset="0"/>
        </a:defRPr>
      </a:lvl1pPr>
    </p:titleStyle>
    <p:bodyStyle>
      <a:lvl1pPr marL="0" indent="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403225" indent="-277813" algn="l" defTabSz="914400" rtl="0" eaLnBrk="1" latinLnBrk="0" hangingPunct="1">
        <a:lnSpc>
          <a:spcPct val="90000"/>
        </a:lnSpc>
        <a:spcBef>
          <a:spcPts val="1000"/>
        </a:spcBef>
        <a:buSzPct val="125000"/>
        <a:buFont typeface="Arial" charset="0"/>
        <a:buChar char="•"/>
        <a:tabLst/>
        <a:defRPr sz="2800" kern="1200">
          <a:solidFill>
            <a:schemeClr val="tx1"/>
          </a:solidFill>
          <a:latin typeface="+mn-lt"/>
          <a:ea typeface="+mn-ea"/>
          <a:cs typeface="+mn-cs"/>
        </a:defRPr>
      </a:lvl2pPr>
      <a:lvl3pPr marL="752475" indent="-292100" algn="l" defTabSz="914400" rtl="0" eaLnBrk="1" latinLnBrk="0" hangingPunct="1">
        <a:lnSpc>
          <a:spcPct val="90000"/>
        </a:lnSpc>
        <a:spcBef>
          <a:spcPts val="1000"/>
        </a:spcBef>
        <a:buFont typeface="Courier New" charset="0"/>
        <a:buChar char="o"/>
        <a:tabLst/>
        <a:defRPr sz="2400" kern="1200">
          <a:solidFill>
            <a:schemeClr val="tx1"/>
          </a:solidFill>
          <a:latin typeface="+mn-lt"/>
          <a:ea typeface="+mn-ea"/>
          <a:cs typeface="+mn-cs"/>
        </a:defRPr>
      </a:lvl3pPr>
      <a:lvl4pPr marL="1031875" indent="-223838" algn="l" defTabSz="914400" rtl="0" eaLnBrk="1" latinLnBrk="0" hangingPunct="1">
        <a:lnSpc>
          <a:spcPct val="90000"/>
        </a:lnSpc>
        <a:spcBef>
          <a:spcPts val="1000"/>
        </a:spcBef>
        <a:buFont typeface="Arial"/>
        <a:buChar char="•"/>
        <a:tabLst/>
        <a:defRPr sz="2000" kern="1200">
          <a:solidFill>
            <a:schemeClr val="tx1"/>
          </a:solidFill>
          <a:latin typeface="+mn-lt"/>
          <a:ea typeface="+mn-ea"/>
          <a:cs typeface="+mn-cs"/>
        </a:defRPr>
      </a:lvl4pPr>
      <a:lvl5pPr marL="1325563" indent="-238125" algn="l" defTabSz="914400" rtl="0" eaLnBrk="1" latinLnBrk="0" hangingPunct="1">
        <a:lnSpc>
          <a:spcPct val="90000"/>
        </a:lnSpc>
        <a:spcBef>
          <a:spcPts val="1000"/>
        </a:spcBef>
        <a:buFont typeface="Courier New" charset="0"/>
        <a:buChar char="o"/>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shows.acast.com/the-soma-podcast/episodes"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366C-D8C3-7166-CFDB-483C05327765}"/>
              </a:ext>
            </a:extLst>
          </p:cNvPr>
          <p:cNvSpPr>
            <a:spLocks noGrp="1"/>
          </p:cNvSpPr>
          <p:nvPr>
            <p:ph type="title"/>
          </p:nvPr>
        </p:nvSpPr>
        <p:spPr/>
        <p:txBody>
          <a:bodyPr/>
          <a:lstStyle/>
          <a:p>
            <a:r>
              <a:rPr lang="en-US">
                <a:latin typeface="Gill Sans MT" panose="020B0502020104020203" pitchFamily="34" charset="0"/>
              </a:rPr>
              <a:t>Bible Study</a:t>
            </a:r>
            <a:endParaRPr lang="en-US"/>
          </a:p>
        </p:txBody>
      </p:sp>
      <p:sp>
        <p:nvSpPr>
          <p:cNvPr id="3" name="Text Placeholder 2">
            <a:extLst>
              <a:ext uri="{FF2B5EF4-FFF2-40B4-BE49-F238E27FC236}">
                <a16:creationId xmlns:a16="http://schemas.microsoft.com/office/drawing/2014/main" id="{757F4EDD-6F0D-72C1-3384-D0005A6403FC}"/>
              </a:ext>
            </a:extLst>
          </p:cNvPr>
          <p:cNvSpPr>
            <a:spLocks noGrp="1"/>
          </p:cNvSpPr>
          <p:nvPr>
            <p:ph type="body" sz="quarter" idx="13"/>
          </p:nvPr>
        </p:nvSpPr>
        <p:spPr>
          <a:xfrm>
            <a:off x="471488" y="1371600"/>
            <a:ext cx="11112141" cy="3505200"/>
          </a:xfrm>
        </p:spPr>
        <p:txBody>
          <a:bodyPr/>
          <a:lstStyle/>
          <a:p>
            <a:pPr algn="ctr"/>
            <a:r>
              <a:rPr lang="en-US">
                <a:solidFill>
                  <a:schemeClr val="tx2"/>
                </a:solidFill>
              </a:rPr>
              <a:t>How to Study the Bible:</a:t>
            </a:r>
            <a:br>
              <a:rPr lang="en-US">
                <a:solidFill>
                  <a:schemeClr val="tx2"/>
                </a:solidFill>
              </a:rPr>
            </a:br>
            <a:r>
              <a:rPr lang="en-US">
                <a:solidFill>
                  <a:schemeClr val="tx2"/>
                </a:solidFill>
              </a:rPr>
              <a:t>Methodology and Useful Tools</a:t>
            </a:r>
          </a:p>
        </p:txBody>
      </p:sp>
      <p:sp>
        <p:nvSpPr>
          <p:cNvPr id="4" name="Text Placeholder 3">
            <a:extLst>
              <a:ext uri="{FF2B5EF4-FFF2-40B4-BE49-F238E27FC236}">
                <a16:creationId xmlns:a16="http://schemas.microsoft.com/office/drawing/2014/main" id="{723344F2-2088-C1F7-79E4-181072DC5A2C}"/>
              </a:ext>
            </a:extLst>
          </p:cNvPr>
          <p:cNvSpPr>
            <a:spLocks noGrp="1"/>
          </p:cNvSpPr>
          <p:nvPr>
            <p:ph type="body" sz="quarter" idx="14"/>
          </p:nvPr>
        </p:nvSpPr>
        <p:spPr/>
        <p:txBody>
          <a:bodyPr/>
          <a:lstStyle/>
          <a:p>
            <a:r>
              <a:rPr lang="en-US" sz="2800"/>
              <a:t>Justin Henderson</a:t>
            </a:r>
          </a:p>
        </p:txBody>
      </p:sp>
      <p:sp>
        <p:nvSpPr>
          <p:cNvPr id="5" name="Text Placeholder 4">
            <a:extLst>
              <a:ext uri="{FF2B5EF4-FFF2-40B4-BE49-F238E27FC236}">
                <a16:creationId xmlns:a16="http://schemas.microsoft.com/office/drawing/2014/main" id="{651C3E84-6752-B901-9F34-155CA9955DA9}"/>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057167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5840"/>
            <a:ext cx="11277600" cy="685799"/>
          </a:xfrm>
          <a:solidFill>
            <a:srgbClr val="035757"/>
          </a:solidFill>
          <a:ln>
            <a:solidFill>
              <a:srgbClr val="035757"/>
            </a:solidFill>
          </a:ln>
        </p:spPr>
        <p:txBody>
          <a:bodyPr/>
          <a:lstStyle/>
          <a:p>
            <a:r>
              <a:rPr lang="en-US"/>
              <a:t>About Me</a:t>
            </a:r>
          </a:p>
        </p:txBody>
      </p:sp>
      <p:sp>
        <p:nvSpPr>
          <p:cNvPr id="3" name="Content Placeholder 2"/>
          <p:cNvSpPr>
            <a:spLocks noGrp="1"/>
          </p:cNvSpPr>
          <p:nvPr>
            <p:ph idx="1"/>
          </p:nvPr>
        </p:nvSpPr>
        <p:spPr>
          <a:ln>
            <a:noFill/>
          </a:ln>
        </p:spPr>
        <p:txBody>
          <a:bodyPr/>
          <a:lstStyle/>
          <a:p>
            <a:pPr marL="457200" indent="-457200">
              <a:buFont typeface="Arial" panose="020B0604020202020204" pitchFamily="34" charset="0"/>
              <a:buChar char="•"/>
            </a:pPr>
            <a:r>
              <a:rPr lang="en-US"/>
              <a:t>Co-Founder of H &amp; A Security Solutions / Tellaro ™</a:t>
            </a:r>
          </a:p>
          <a:p>
            <a:pPr marL="457200" indent="-457200">
              <a:buFont typeface="Arial" panose="020B0604020202020204" pitchFamily="34" charset="0"/>
              <a:buChar char="•"/>
            </a:pPr>
            <a:r>
              <a:rPr lang="en-US"/>
              <a:t>Cyber Security Enthusiast</a:t>
            </a:r>
          </a:p>
          <a:p>
            <a:pPr marL="457200" indent="-457200">
              <a:buFont typeface="Arial" panose="020B0604020202020204" pitchFamily="34" charset="0"/>
              <a:buChar char="•"/>
            </a:pPr>
            <a:r>
              <a:rPr lang="en-US"/>
              <a:t>Husband and Father</a:t>
            </a:r>
          </a:p>
          <a:p>
            <a:pPr marL="457200" indent="-457200">
              <a:buFont typeface="Arial" panose="020B0604020202020204" pitchFamily="34" charset="0"/>
              <a:buChar char="•"/>
            </a:pPr>
            <a:r>
              <a:rPr lang="en-US"/>
              <a:t>Lover of Christ</a:t>
            </a:r>
          </a:p>
        </p:txBody>
      </p:sp>
    </p:spTree>
    <p:extLst>
      <p:ext uri="{BB962C8B-B14F-4D97-AF65-F5344CB8AC3E}">
        <p14:creationId xmlns:p14="http://schemas.microsoft.com/office/powerpoint/2010/main" val="1933302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93EA96-08D9-52E3-4C97-C57DCF82AEAC}"/>
              </a:ext>
            </a:extLst>
          </p:cNvPr>
          <p:cNvSpPr>
            <a:spLocks noGrp="1"/>
          </p:cNvSpPr>
          <p:nvPr>
            <p:ph type="title"/>
          </p:nvPr>
        </p:nvSpPr>
        <p:spPr/>
        <p:txBody>
          <a:bodyPr/>
          <a:lstStyle/>
          <a:p>
            <a:r>
              <a:rPr lang="en-US"/>
              <a:t>Disclaimer</a:t>
            </a:r>
          </a:p>
        </p:txBody>
      </p:sp>
      <p:sp>
        <p:nvSpPr>
          <p:cNvPr id="6" name="Content Placeholder 5">
            <a:extLst>
              <a:ext uri="{FF2B5EF4-FFF2-40B4-BE49-F238E27FC236}">
                <a16:creationId xmlns:a16="http://schemas.microsoft.com/office/drawing/2014/main" id="{D9DA016C-0745-D1BE-91C9-AE06549170B9}"/>
              </a:ext>
            </a:extLst>
          </p:cNvPr>
          <p:cNvSpPr>
            <a:spLocks noGrp="1"/>
          </p:cNvSpPr>
          <p:nvPr>
            <p:ph idx="1"/>
          </p:nvPr>
        </p:nvSpPr>
        <p:spPr/>
        <p:txBody>
          <a:bodyPr/>
          <a:lstStyle/>
          <a:p>
            <a:r>
              <a:rPr lang="en-US"/>
              <a:t>“Scripture quotations are from the ESV® Bible (The Holy Bible, English Standard Version®), © 2001 by Crossway, a publishing ministry of Good News Publishers. ESV Text Edition: 2025. The ESV text may not be quoted in any publication made available to the public by a Creative Commons license. The ESV may not be translated in whole or in part into any other language. Used by permission. All rights reserved.”</a:t>
            </a:r>
          </a:p>
          <a:p>
            <a:endParaRPr lang="en-US"/>
          </a:p>
        </p:txBody>
      </p:sp>
    </p:spTree>
    <p:extLst>
      <p:ext uri="{BB962C8B-B14F-4D97-AF65-F5344CB8AC3E}">
        <p14:creationId xmlns:p14="http://schemas.microsoft.com/office/powerpoint/2010/main" val="1502175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E819E4-CCEF-3249-C234-938D05F132B6}"/>
              </a:ext>
            </a:extLst>
          </p:cNvPr>
          <p:cNvSpPr>
            <a:spLocks noGrp="1"/>
          </p:cNvSpPr>
          <p:nvPr>
            <p:ph type="title"/>
          </p:nvPr>
        </p:nvSpPr>
        <p:spPr/>
        <p:txBody>
          <a:bodyPr/>
          <a:lstStyle/>
          <a:p>
            <a:r>
              <a:rPr lang="en-US"/>
              <a:t>Action Items</a:t>
            </a:r>
          </a:p>
        </p:txBody>
      </p:sp>
      <p:sp>
        <p:nvSpPr>
          <p:cNvPr id="6" name="Content Placeholder 5">
            <a:extLst>
              <a:ext uri="{FF2B5EF4-FFF2-40B4-BE49-F238E27FC236}">
                <a16:creationId xmlns:a16="http://schemas.microsoft.com/office/drawing/2014/main" id="{B6D3B158-0209-FCFA-930F-E0273E1926F5}"/>
              </a:ext>
            </a:extLst>
          </p:cNvPr>
          <p:cNvSpPr>
            <a:spLocks noGrp="1"/>
          </p:cNvSpPr>
          <p:nvPr>
            <p:ph idx="1"/>
          </p:nvPr>
        </p:nvSpPr>
        <p:spPr/>
        <p:txBody>
          <a:bodyPr/>
          <a:lstStyle/>
          <a:p>
            <a:r>
              <a:rPr lang="en-US"/>
              <a:t>The goal of this talk is to help you:</a:t>
            </a:r>
          </a:p>
          <a:p>
            <a:pPr marL="457200" indent="-457200">
              <a:buFont typeface="Arial" panose="020B0604020202020204" pitchFamily="34" charset="0"/>
              <a:buChar char="•"/>
            </a:pPr>
            <a:r>
              <a:rPr lang="en-US"/>
              <a:t>Understand the motives for studying the Bible</a:t>
            </a:r>
          </a:p>
          <a:p>
            <a:pPr marL="457200" indent="-457200">
              <a:buFont typeface="Arial" panose="020B0604020202020204" pitchFamily="34" charset="0"/>
              <a:buChar char="•"/>
            </a:pPr>
            <a:r>
              <a:rPr lang="en-US"/>
              <a:t>Apply a simple methodology that provides a deeper level of study while remaining simplistic and repeatable</a:t>
            </a:r>
          </a:p>
          <a:p>
            <a:pPr marL="457200" indent="-457200">
              <a:buFont typeface="Arial" panose="020B0604020202020204" pitchFamily="34" charset="0"/>
              <a:buChar char="•"/>
            </a:pPr>
            <a:r>
              <a:rPr lang="en-US"/>
              <a:t>Learn about tools and resources helpful in study</a:t>
            </a:r>
          </a:p>
          <a:p>
            <a:pPr marL="457200" indent="-457200">
              <a:buFont typeface="Arial" panose="020B0604020202020204" pitchFamily="34" charset="0"/>
              <a:buChar char="•"/>
            </a:pPr>
            <a:r>
              <a:rPr lang="en-US"/>
              <a:t>Take discipleship to a new level</a:t>
            </a:r>
          </a:p>
        </p:txBody>
      </p:sp>
    </p:spTree>
    <p:extLst>
      <p:ext uri="{BB962C8B-B14F-4D97-AF65-F5344CB8AC3E}">
        <p14:creationId xmlns:p14="http://schemas.microsoft.com/office/powerpoint/2010/main" val="3373236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69FBAC-9353-1112-8DB2-8377022FD899}"/>
              </a:ext>
            </a:extLst>
          </p:cNvPr>
          <p:cNvSpPr>
            <a:spLocks noGrp="1"/>
          </p:cNvSpPr>
          <p:nvPr>
            <p:ph type="title"/>
          </p:nvPr>
        </p:nvSpPr>
        <p:spPr/>
        <p:txBody>
          <a:bodyPr/>
          <a:lstStyle/>
          <a:p>
            <a:r>
              <a:rPr lang="en-US"/>
              <a:t>What is Discipleship</a:t>
            </a:r>
          </a:p>
        </p:txBody>
      </p:sp>
      <p:sp>
        <p:nvSpPr>
          <p:cNvPr id="6" name="Content Placeholder 5">
            <a:extLst>
              <a:ext uri="{FF2B5EF4-FFF2-40B4-BE49-F238E27FC236}">
                <a16:creationId xmlns:a16="http://schemas.microsoft.com/office/drawing/2014/main" id="{71F75A9E-368A-751B-1792-5EE7CD4B97C1}"/>
              </a:ext>
            </a:extLst>
          </p:cNvPr>
          <p:cNvSpPr>
            <a:spLocks noGrp="1"/>
          </p:cNvSpPr>
          <p:nvPr>
            <p:ph idx="1"/>
          </p:nvPr>
        </p:nvSpPr>
        <p:spPr/>
        <p:txBody>
          <a:bodyPr/>
          <a:lstStyle/>
          <a:p>
            <a:r>
              <a:rPr lang="en-US" sz="2800"/>
              <a:t>Process of learning to love and follow Jesus and becoming more like him in our attitudes and actions</a:t>
            </a:r>
          </a:p>
          <a:p>
            <a:pPr marL="457200" indent="-457200">
              <a:buFont typeface="Arial" panose="020B0604020202020204" pitchFamily="34" charset="0"/>
              <a:buChar char="•"/>
            </a:pPr>
            <a:r>
              <a:rPr lang="en-US" sz="2800"/>
              <a:t>And seeking/making others who want to do the same thing</a:t>
            </a:r>
          </a:p>
          <a:p>
            <a:r>
              <a:rPr lang="en-US" sz="2400" b="1"/>
              <a:t>John 8:31–32 (ESV)</a:t>
            </a:r>
          </a:p>
          <a:p>
            <a:r>
              <a:rPr lang="en-US" sz="2400"/>
              <a:t>So Jesus said to the Jews who had believed in him, “If you abide in my word, you are truly my disciples, and you will know the truth, and the truth will set you free.”</a:t>
            </a:r>
          </a:p>
          <a:p>
            <a:r>
              <a:rPr lang="en-US" sz="2400" b="1"/>
              <a:t>Luke 9:23 (ESV)</a:t>
            </a:r>
          </a:p>
          <a:p>
            <a:r>
              <a:rPr lang="en-US" sz="2400"/>
              <a:t>And he said to all, “If anyone would come after me, let him deny himself and take up his cross daily and follow me.”</a:t>
            </a:r>
          </a:p>
        </p:txBody>
      </p:sp>
    </p:spTree>
    <p:extLst>
      <p:ext uri="{BB962C8B-B14F-4D97-AF65-F5344CB8AC3E}">
        <p14:creationId xmlns:p14="http://schemas.microsoft.com/office/powerpoint/2010/main" val="787398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BC475FE-F35F-D8D3-7AF8-5A41D29764F2}"/>
              </a:ext>
            </a:extLst>
          </p:cNvPr>
          <p:cNvSpPr>
            <a:spLocks noGrp="1"/>
          </p:cNvSpPr>
          <p:nvPr>
            <p:ph type="title"/>
          </p:nvPr>
        </p:nvSpPr>
        <p:spPr/>
        <p:txBody>
          <a:bodyPr/>
          <a:lstStyle/>
          <a:p>
            <a:r>
              <a:rPr lang="en-US"/>
              <a:t>Why Study the Bible?</a:t>
            </a:r>
          </a:p>
        </p:txBody>
      </p:sp>
      <p:sp>
        <p:nvSpPr>
          <p:cNvPr id="6" name="Content Placeholder 5">
            <a:extLst>
              <a:ext uri="{FF2B5EF4-FFF2-40B4-BE49-F238E27FC236}">
                <a16:creationId xmlns:a16="http://schemas.microsoft.com/office/drawing/2014/main" id="{FA74BDF5-252F-7F8D-3728-6A9B1E9DC7F3}"/>
              </a:ext>
            </a:extLst>
          </p:cNvPr>
          <p:cNvSpPr>
            <a:spLocks noGrp="1"/>
          </p:cNvSpPr>
          <p:nvPr>
            <p:ph idx="1"/>
          </p:nvPr>
        </p:nvSpPr>
        <p:spPr/>
        <p:txBody>
          <a:bodyPr/>
          <a:lstStyle/>
          <a:p>
            <a:pPr marL="457200" indent="-457200">
              <a:buFont typeface="Arial" panose="020B0604020202020204" pitchFamily="34" charset="0"/>
              <a:buChar char="•"/>
            </a:pPr>
            <a:r>
              <a:rPr lang="en-US" sz="2800"/>
              <a:t>God reveals Himself through His Word</a:t>
            </a:r>
          </a:p>
          <a:p>
            <a:pPr marL="457200" indent="-457200">
              <a:buFont typeface="Arial" panose="020B0604020202020204" pitchFamily="34" charset="0"/>
              <a:buChar char="•"/>
            </a:pPr>
            <a:r>
              <a:rPr lang="en-US" sz="2800"/>
              <a:t>Scripture is the foundation for Christian living</a:t>
            </a:r>
          </a:p>
          <a:p>
            <a:pPr marL="457200" indent="-457200">
              <a:buFont typeface="Arial" panose="020B0604020202020204" pitchFamily="34" charset="0"/>
              <a:buChar char="•"/>
            </a:pPr>
            <a:r>
              <a:rPr lang="en-US" sz="2800"/>
              <a:t>Discipleship requires understanding, not assumptions</a:t>
            </a:r>
          </a:p>
          <a:p>
            <a:pPr marL="457200" indent="-457200">
              <a:buFont typeface="Arial" panose="020B0604020202020204" pitchFamily="34" charset="0"/>
              <a:buChar char="•"/>
            </a:pPr>
            <a:r>
              <a:rPr lang="en-US" sz="2800"/>
              <a:t>The goal is transformation, not information</a:t>
            </a:r>
          </a:p>
          <a:p>
            <a:pPr marL="457200" indent="-457200">
              <a:buFont typeface="Arial" panose="020B0604020202020204" pitchFamily="34" charset="0"/>
              <a:buChar char="•"/>
            </a:pPr>
            <a:r>
              <a:rPr lang="en-US" sz="2800"/>
              <a:t>Spiritual depth requires intentional study</a:t>
            </a:r>
          </a:p>
          <a:p>
            <a:endParaRPr lang="en-US" sz="2800"/>
          </a:p>
          <a:p>
            <a:r>
              <a:rPr lang="en-US" b="1"/>
              <a:t>Psalm 119:105 (ESV)</a:t>
            </a:r>
            <a:br>
              <a:rPr lang="en-US"/>
            </a:br>
            <a:r>
              <a:rPr lang="en-US" sz="2800"/>
              <a:t>Your word is a lamp for my feet and a light</a:t>
            </a:r>
            <a:br>
              <a:rPr lang="en-US" sz="2800"/>
            </a:br>
            <a:r>
              <a:rPr lang="en-US" sz="2800"/>
              <a:t>on my path</a:t>
            </a:r>
            <a:endParaRPr lang="en-US"/>
          </a:p>
        </p:txBody>
      </p:sp>
      <p:pic>
        <p:nvPicPr>
          <p:cNvPr id="10" name="Picture 9">
            <a:extLst>
              <a:ext uri="{FF2B5EF4-FFF2-40B4-BE49-F238E27FC236}">
                <a16:creationId xmlns:a16="http://schemas.microsoft.com/office/drawing/2014/main" id="{730A6E44-DB1D-90CF-D737-71BA3B7D3507}"/>
              </a:ext>
            </a:extLst>
          </p:cNvPr>
          <p:cNvPicPr>
            <a:picLocks noChangeAspect="1"/>
          </p:cNvPicPr>
          <p:nvPr/>
        </p:nvPicPr>
        <p:blipFill>
          <a:blip r:embed="rId2"/>
          <a:stretch>
            <a:fillRect/>
          </a:stretch>
        </p:blipFill>
        <p:spPr>
          <a:xfrm>
            <a:off x="9165410" y="3763985"/>
            <a:ext cx="2401288" cy="2401288"/>
          </a:xfrm>
          <a:prstGeom prst="rect">
            <a:avLst/>
          </a:prstGeom>
        </p:spPr>
      </p:pic>
    </p:spTree>
    <p:extLst>
      <p:ext uri="{BB962C8B-B14F-4D97-AF65-F5344CB8AC3E}">
        <p14:creationId xmlns:p14="http://schemas.microsoft.com/office/powerpoint/2010/main" val="731133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47B85A-EA4D-7311-E0C4-0FE94B47593D}"/>
              </a:ext>
            </a:extLst>
          </p:cNvPr>
          <p:cNvSpPr>
            <a:spLocks noGrp="1"/>
          </p:cNvSpPr>
          <p:nvPr>
            <p:ph type="title"/>
          </p:nvPr>
        </p:nvSpPr>
        <p:spPr/>
        <p:txBody>
          <a:bodyPr/>
          <a:lstStyle/>
          <a:p>
            <a:r>
              <a:rPr lang="en-US"/>
              <a:t>Why a Method Matters</a:t>
            </a:r>
          </a:p>
        </p:txBody>
      </p:sp>
      <p:sp>
        <p:nvSpPr>
          <p:cNvPr id="6" name="Content Placeholder 5">
            <a:extLst>
              <a:ext uri="{FF2B5EF4-FFF2-40B4-BE49-F238E27FC236}">
                <a16:creationId xmlns:a16="http://schemas.microsoft.com/office/drawing/2014/main" id="{C8E123AB-CBB8-00D9-1F75-BE3B08D1ECD9}"/>
              </a:ext>
            </a:extLst>
          </p:cNvPr>
          <p:cNvSpPr>
            <a:spLocks noGrp="1"/>
          </p:cNvSpPr>
          <p:nvPr>
            <p:ph idx="1"/>
          </p:nvPr>
        </p:nvSpPr>
        <p:spPr/>
        <p:txBody>
          <a:bodyPr/>
          <a:lstStyle/>
          <a:p>
            <a:pPr marL="457200" indent="-457200">
              <a:buFont typeface="Arial" panose="020B0604020202020204" pitchFamily="34" charset="0"/>
              <a:buChar char="•"/>
            </a:pPr>
            <a:r>
              <a:rPr lang="en-US" sz="2800"/>
              <a:t>"Reading" alone often becomes shallow</a:t>
            </a:r>
          </a:p>
          <a:p>
            <a:pPr marL="457200" indent="-457200">
              <a:buFont typeface="Arial" panose="020B0604020202020204" pitchFamily="34" charset="0"/>
              <a:buChar char="•"/>
            </a:pPr>
            <a:r>
              <a:rPr lang="en-US" sz="2800"/>
              <a:t>We jump to application without understanding</a:t>
            </a:r>
          </a:p>
          <a:p>
            <a:pPr marL="457200" indent="-457200">
              <a:buFont typeface="Arial" panose="020B0604020202020204" pitchFamily="34" charset="0"/>
              <a:buChar char="•"/>
            </a:pPr>
            <a:r>
              <a:rPr lang="en-US" sz="2800"/>
              <a:t>We impose our ideas onto Scripture</a:t>
            </a:r>
          </a:p>
          <a:p>
            <a:pPr marL="457200" indent="-457200">
              <a:buFont typeface="Arial" panose="020B0604020202020204" pitchFamily="34" charset="0"/>
              <a:buChar char="•"/>
            </a:pPr>
            <a:r>
              <a:rPr lang="en-US" sz="2800"/>
              <a:t>We miss cultural, historical, and literary context</a:t>
            </a:r>
          </a:p>
          <a:p>
            <a:pPr marL="860425" lvl="1" indent="-457200">
              <a:buFont typeface="Arial" panose="020B0604020202020204" pitchFamily="34" charset="0"/>
              <a:buChar char="•"/>
            </a:pPr>
            <a:r>
              <a:rPr lang="en-US"/>
              <a:t>And the books of the bible do not conform to modern literary styles</a:t>
            </a:r>
          </a:p>
          <a:p>
            <a:pPr marL="860425" lvl="1" indent="-457200">
              <a:buFont typeface="Arial" panose="020B0604020202020204" pitchFamily="34" charset="0"/>
              <a:buChar char="•"/>
            </a:pPr>
            <a:r>
              <a:rPr lang="en-US"/>
              <a:t>Things are not always chronological</a:t>
            </a:r>
          </a:p>
          <a:p>
            <a:pPr marL="860425" lvl="1" indent="-457200">
              <a:buFont typeface="Arial" panose="020B0604020202020204" pitchFamily="34" charset="0"/>
              <a:buChar char="•"/>
            </a:pPr>
            <a:r>
              <a:rPr lang="en-US"/>
              <a:t>Passages may be written with a focus alien to expectations</a:t>
            </a:r>
          </a:p>
        </p:txBody>
      </p:sp>
    </p:spTree>
    <p:extLst>
      <p:ext uri="{BB962C8B-B14F-4D97-AF65-F5344CB8AC3E}">
        <p14:creationId xmlns:p14="http://schemas.microsoft.com/office/powerpoint/2010/main" val="4292209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EA17BA-4645-0ABF-F512-7526F1A0E080}"/>
              </a:ext>
            </a:extLst>
          </p:cNvPr>
          <p:cNvSpPr>
            <a:spLocks noGrp="1"/>
          </p:cNvSpPr>
          <p:nvPr>
            <p:ph type="title"/>
          </p:nvPr>
        </p:nvSpPr>
        <p:spPr/>
        <p:txBody>
          <a:bodyPr/>
          <a:lstStyle/>
          <a:p>
            <a:r>
              <a:rPr lang="en-US"/>
              <a:t>Studying Together</a:t>
            </a:r>
          </a:p>
        </p:txBody>
      </p:sp>
      <p:sp>
        <p:nvSpPr>
          <p:cNvPr id="7" name="Text Placeholder 6">
            <a:extLst>
              <a:ext uri="{FF2B5EF4-FFF2-40B4-BE49-F238E27FC236}">
                <a16:creationId xmlns:a16="http://schemas.microsoft.com/office/drawing/2014/main" id="{576AD6DC-C63F-625B-EB79-B3EF01072583}"/>
              </a:ext>
            </a:extLst>
          </p:cNvPr>
          <p:cNvSpPr>
            <a:spLocks noGrp="1"/>
          </p:cNvSpPr>
          <p:nvPr>
            <p:ph type="body" idx="1"/>
          </p:nvPr>
        </p:nvSpPr>
        <p:spPr/>
        <p:txBody>
          <a:bodyPr/>
          <a:lstStyle/>
          <a:p>
            <a:r>
              <a:rPr lang="en-US"/>
              <a:t>Studying alone is good…</a:t>
            </a:r>
          </a:p>
        </p:txBody>
      </p:sp>
      <p:sp>
        <p:nvSpPr>
          <p:cNvPr id="8" name="Content Placeholder 7">
            <a:extLst>
              <a:ext uri="{FF2B5EF4-FFF2-40B4-BE49-F238E27FC236}">
                <a16:creationId xmlns:a16="http://schemas.microsoft.com/office/drawing/2014/main" id="{B98FD4DD-AD30-8F87-7B85-948B7570F49C}"/>
              </a:ext>
            </a:extLst>
          </p:cNvPr>
          <p:cNvSpPr>
            <a:spLocks noGrp="1"/>
          </p:cNvSpPr>
          <p:nvPr>
            <p:ph sz="half" idx="2"/>
          </p:nvPr>
        </p:nvSpPr>
        <p:spPr/>
        <p:txBody>
          <a:bodyPr/>
          <a:lstStyle/>
          <a:p>
            <a:pPr marL="457200" indent="-457200">
              <a:buFont typeface="Arial" panose="020B0604020202020204" pitchFamily="34" charset="0"/>
              <a:buChar char="•"/>
            </a:pPr>
            <a:r>
              <a:rPr lang="en-US"/>
              <a:t>Builds personal discipline</a:t>
            </a:r>
          </a:p>
          <a:p>
            <a:pPr marL="457200" indent="-457200">
              <a:buFont typeface="Arial" panose="020B0604020202020204" pitchFamily="34" charset="0"/>
              <a:buChar char="•"/>
            </a:pPr>
            <a:r>
              <a:rPr lang="en-US"/>
              <a:t>Deepens your individual relationship with God</a:t>
            </a:r>
          </a:p>
          <a:p>
            <a:pPr marL="457200" indent="-457200">
              <a:buFont typeface="Arial" panose="020B0604020202020204" pitchFamily="34" charset="0"/>
              <a:buChar char="•"/>
            </a:pPr>
            <a:r>
              <a:rPr lang="en-US"/>
              <a:t>Helps you learn to hear God’s voice</a:t>
            </a:r>
          </a:p>
          <a:p>
            <a:pPr marL="457200" indent="-457200">
              <a:buFont typeface="Arial" panose="020B0604020202020204" pitchFamily="34" charset="0"/>
              <a:buChar char="•"/>
            </a:pPr>
            <a:r>
              <a:rPr lang="en-US"/>
              <a:t>Allows focused, quiet meditation</a:t>
            </a:r>
          </a:p>
        </p:txBody>
      </p:sp>
      <p:sp>
        <p:nvSpPr>
          <p:cNvPr id="9" name="Text Placeholder 8">
            <a:extLst>
              <a:ext uri="{FF2B5EF4-FFF2-40B4-BE49-F238E27FC236}">
                <a16:creationId xmlns:a16="http://schemas.microsoft.com/office/drawing/2014/main" id="{C833EEE6-E1C2-4B9B-BB9C-86C67D2F0836}"/>
              </a:ext>
            </a:extLst>
          </p:cNvPr>
          <p:cNvSpPr>
            <a:spLocks noGrp="1"/>
          </p:cNvSpPr>
          <p:nvPr>
            <p:ph type="body" sz="quarter" idx="3"/>
          </p:nvPr>
        </p:nvSpPr>
        <p:spPr/>
        <p:txBody>
          <a:bodyPr/>
          <a:lstStyle/>
          <a:p>
            <a:r>
              <a:rPr lang="en-US"/>
              <a:t>…But as a group is powerful</a:t>
            </a:r>
          </a:p>
        </p:txBody>
      </p:sp>
      <p:sp>
        <p:nvSpPr>
          <p:cNvPr id="10" name="Content Placeholder 9">
            <a:extLst>
              <a:ext uri="{FF2B5EF4-FFF2-40B4-BE49-F238E27FC236}">
                <a16:creationId xmlns:a16="http://schemas.microsoft.com/office/drawing/2014/main" id="{9C34CF6C-1C7E-B17A-A52E-56AF699AECB1}"/>
              </a:ext>
            </a:extLst>
          </p:cNvPr>
          <p:cNvSpPr>
            <a:spLocks noGrp="1"/>
          </p:cNvSpPr>
          <p:nvPr>
            <p:ph sz="quarter" idx="4"/>
          </p:nvPr>
        </p:nvSpPr>
        <p:spPr/>
        <p:txBody>
          <a:bodyPr/>
          <a:lstStyle/>
          <a:p>
            <a:pPr marL="342900" indent="-342900">
              <a:buFont typeface="Arial" panose="020B0604020202020204" pitchFamily="34" charset="0"/>
              <a:buChar char="•"/>
            </a:pPr>
            <a:r>
              <a:rPr lang="en-US" sz="2800"/>
              <a:t>Others see perspectives, details, and connections you might miss</a:t>
            </a:r>
          </a:p>
          <a:p>
            <a:pPr marL="342900" indent="-342900">
              <a:buFont typeface="Arial" panose="020B0604020202020204" pitchFamily="34" charset="0"/>
              <a:buChar char="•"/>
            </a:pPr>
            <a:r>
              <a:rPr lang="en-US" sz="2800"/>
              <a:t>Shared insights sharpen your understanding</a:t>
            </a:r>
          </a:p>
          <a:p>
            <a:pPr marL="342900" indent="-342900">
              <a:buFont typeface="Arial" panose="020B0604020202020204" pitchFamily="34" charset="0"/>
              <a:buChar char="•"/>
            </a:pPr>
            <a:r>
              <a:rPr lang="en-US" sz="2800"/>
              <a:t>Community encourages honest questions</a:t>
            </a:r>
          </a:p>
        </p:txBody>
      </p:sp>
      <p:sp>
        <p:nvSpPr>
          <p:cNvPr id="11" name="TextBox 10">
            <a:extLst>
              <a:ext uri="{FF2B5EF4-FFF2-40B4-BE49-F238E27FC236}">
                <a16:creationId xmlns:a16="http://schemas.microsoft.com/office/drawing/2014/main" id="{9E384CB4-5765-892F-2576-C43E943D6339}"/>
              </a:ext>
            </a:extLst>
          </p:cNvPr>
          <p:cNvSpPr txBox="1"/>
          <p:nvPr/>
        </p:nvSpPr>
        <p:spPr>
          <a:xfrm>
            <a:off x="609600" y="5377855"/>
            <a:ext cx="10927080" cy="523220"/>
          </a:xfrm>
          <a:prstGeom prst="rect">
            <a:avLst/>
          </a:prstGeom>
          <a:noFill/>
        </p:spPr>
        <p:txBody>
          <a:bodyPr wrap="square" rtlCol="0">
            <a:spAutoFit/>
          </a:bodyPr>
          <a:lstStyle/>
          <a:p>
            <a:pPr algn="ctr"/>
            <a:r>
              <a:rPr lang="en-US" sz="2800" b="1">
                <a:latin typeface="+mj-lt"/>
              </a:rPr>
              <a:t>Together + Alone = Healthy, Balanced Spiritual Growth</a:t>
            </a:r>
          </a:p>
        </p:txBody>
      </p:sp>
    </p:spTree>
    <p:extLst>
      <p:ext uri="{BB962C8B-B14F-4D97-AF65-F5344CB8AC3E}">
        <p14:creationId xmlns:p14="http://schemas.microsoft.com/office/powerpoint/2010/main" val="1957963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F63687-FB7C-D70F-2979-F1D3984179C8}"/>
              </a:ext>
            </a:extLst>
          </p:cNvPr>
          <p:cNvSpPr>
            <a:spLocks noGrp="1"/>
          </p:cNvSpPr>
          <p:nvPr>
            <p:ph type="title"/>
          </p:nvPr>
        </p:nvSpPr>
        <p:spPr/>
        <p:txBody>
          <a:bodyPr/>
          <a:lstStyle/>
          <a:p>
            <a:r>
              <a:rPr lang="en-US"/>
              <a:t>Introducing SOMA</a:t>
            </a:r>
          </a:p>
        </p:txBody>
      </p:sp>
      <p:sp>
        <p:nvSpPr>
          <p:cNvPr id="6" name="Content Placeholder 5">
            <a:extLst>
              <a:ext uri="{FF2B5EF4-FFF2-40B4-BE49-F238E27FC236}">
                <a16:creationId xmlns:a16="http://schemas.microsoft.com/office/drawing/2014/main" id="{BF5825FF-6E5D-BCDE-19F0-321C1C51621F}"/>
              </a:ext>
            </a:extLst>
          </p:cNvPr>
          <p:cNvSpPr>
            <a:spLocks noGrp="1"/>
          </p:cNvSpPr>
          <p:nvPr>
            <p:ph idx="1"/>
          </p:nvPr>
        </p:nvSpPr>
        <p:spPr/>
        <p:txBody>
          <a:bodyPr/>
          <a:lstStyle/>
          <a:p>
            <a:endParaRPr lang="en-US"/>
          </a:p>
        </p:txBody>
      </p:sp>
      <p:sp>
        <p:nvSpPr>
          <p:cNvPr id="8" name="Rectangle 7">
            <a:extLst>
              <a:ext uri="{FF2B5EF4-FFF2-40B4-BE49-F238E27FC236}">
                <a16:creationId xmlns:a16="http://schemas.microsoft.com/office/drawing/2014/main" id="{E1612794-7056-715C-24AA-C0C3C55EDD92}"/>
              </a:ext>
            </a:extLst>
          </p:cNvPr>
          <p:cNvSpPr/>
          <p:nvPr/>
        </p:nvSpPr>
        <p:spPr>
          <a:xfrm>
            <a:off x="655320" y="1295400"/>
            <a:ext cx="5440680" cy="2438400"/>
          </a:xfrm>
          <a:prstGeom prst="rect">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S</a:t>
            </a:r>
            <a:r>
              <a:rPr lang="en-US"/>
              <a:t> - Scripture</a:t>
            </a:r>
          </a:p>
        </p:txBody>
      </p:sp>
      <p:sp>
        <p:nvSpPr>
          <p:cNvPr id="9" name="Rectangle 8">
            <a:extLst>
              <a:ext uri="{FF2B5EF4-FFF2-40B4-BE49-F238E27FC236}">
                <a16:creationId xmlns:a16="http://schemas.microsoft.com/office/drawing/2014/main" id="{52C90BDB-2B40-0764-2F39-3698518F5C8A}"/>
              </a:ext>
            </a:extLst>
          </p:cNvPr>
          <p:cNvSpPr/>
          <p:nvPr/>
        </p:nvSpPr>
        <p:spPr>
          <a:xfrm>
            <a:off x="6096000" y="1295400"/>
            <a:ext cx="5440680" cy="2438400"/>
          </a:xfrm>
          <a:prstGeom prst="rect">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O</a:t>
            </a:r>
            <a:r>
              <a:rPr lang="en-US"/>
              <a:t> - Observation</a:t>
            </a:r>
          </a:p>
        </p:txBody>
      </p:sp>
      <p:sp>
        <p:nvSpPr>
          <p:cNvPr id="10" name="Rectangle 9">
            <a:extLst>
              <a:ext uri="{FF2B5EF4-FFF2-40B4-BE49-F238E27FC236}">
                <a16:creationId xmlns:a16="http://schemas.microsoft.com/office/drawing/2014/main" id="{EA19E328-4D94-6C6A-5C29-2C2F5CF251BE}"/>
              </a:ext>
            </a:extLst>
          </p:cNvPr>
          <p:cNvSpPr/>
          <p:nvPr/>
        </p:nvSpPr>
        <p:spPr>
          <a:xfrm>
            <a:off x="655320" y="3733800"/>
            <a:ext cx="5440680" cy="2438400"/>
          </a:xfrm>
          <a:prstGeom prst="rect">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M</a:t>
            </a:r>
            <a:r>
              <a:rPr lang="en-US"/>
              <a:t> - Meaning</a:t>
            </a:r>
          </a:p>
        </p:txBody>
      </p:sp>
      <p:sp>
        <p:nvSpPr>
          <p:cNvPr id="11" name="Rectangle 10">
            <a:extLst>
              <a:ext uri="{FF2B5EF4-FFF2-40B4-BE49-F238E27FC236}">
                <a16:creationId xmlns:a16="http://schemas.microsoft.com/office/drawing/2014/main" id="{8302CFF0-713D-BB31-D256-57C33DE64A92}"/>
              </a:ext>
            </a:extLst>
          </p:cNvPr>
          <p:cNvSpPr/>
          <p:nvPr/>
        </p:nvSpPr>
        <p:spPr>
          <a:xfrm>
            <a:off x="6096000" y="3733800"/>
            <a:ext cx="5440680" cy="2438400"/>
          </a:xfrm>
          <a:prstGeom prst="rect">
            <a:avLst/>
          </a:prstGeom>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A</a:t>
            </a:r>
            <a:r>
              <a:rPr lang="en-US"/>
              <a:t> - Application</a:t>
            </a:r>
          </a:p>
        </p:txBody>
      </p:sp>
      <p:cxnSp>
        <p:nvCxnSpPr>
          <p:cNvPr id="13" name="Straight Connector 12">
            <a:extLst>
              <a:ext uri="{FF2B5EF4-FFF2-40B4-BE49-F238E27FC236}">
                <a16:creationId xmlns:a16="http://schemas.microsoft.com/office/drawing/2014/main" id="{F8EE677A-86A1-DB6B-4074-D2592083532C}"/>
              </a:ext>
            </a:extLst>
          </p:cNvPr>
          <p:cNvCxnSpPr>
            <a:stCxn id="6" idx="0"/>
          </p:cNvCxnSpPr>
          <p:nvPr/>
        </p:nvCxnSpPr>
        <p:spPr>
          <a:xfrm>
            <a:off x="6096000" y="1295400"/>
            <a:ext cx="0" cy="4876800"/>
          </a:xfrm>
          <a:prstGeom prst="line">
            <a:avLst/>
          </a:prstGeom>
          <a:ln w="762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104A9E8-DC99-FAB2-5FD8-7EAFF592FA84}"/>
              </a:ext>
            </a:extLst>
          </p:cNvPr>
          <p:cNvCxnSpPr>
            <a:cxnSpLocks/>
          </p:cNvCxnSpPr>
          <p:nvPr/>
        </p:nvCxnSpPr>
        <p:spPr>
          <a:xfrm>
            <a:off x="655319" y="3733800"/>
            <a:ext cx="10881361" cy="0"/>
          </a:xfrm>
          <a:prstGeom prst="line">
            <a:avLst/>
          </a:prstGeom>
          <a:ln w="762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226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95BEAE-5CC8-548B-51A2-5E40703EBE7F}"/>
              </a:ext>
            </a:extLst>
          </p:cNvPr>
          <p:cNvSpPr>
            <a:spLocks noGrp="1"/>
          </p:cNvSpPr>
          <p:nvPr>
            <p:ph type="title"/>
          </p:nvPr>
        </p:nvSpPr>
        <p:spPr/>
        <p:txBody>
          <a:bodyPr/>
          <a:lstStyle/>
          <a:p>
            <a:r>
              <a:rPr lang="en-US"/>
              <a:t>S - Scripture</a:t>
            </a:r>
          </a:p>
        </p:txBody>
      </p:sp>
      <p:sp>
        <p:nvSpPr>
          <p:cNvPr id="6" name="Content Placeholder 5">
            <a:extLst>
              <a:ext uri="{FF2B5EF4-FFF2-40B4-BE49-F238E27FC236}">
                <a16:creationId xmlns:a16="http://schemas.microsoft.com/office/drawing/2014/main" id="{356AEB36-068B-81BF-D8AB-5455D770688D}"/>
              </a:ext>
            </a:extLst>
          </p:cNvPr>
          <p:cNvSpPr>
            <a:spLocks noGrp="1"/>
          </p:cNvSpPr>
          <p:nvPr>
            <p:ph idx="1"/>
          </p:nvPr>
        </p:nvSpPr>
        <p:spPr/>
        <p:txBody>
          <a:bodyPr/>
          <a:lstStyle/>
          <a:p>
            <a:r>
              <a:rPr lang="en-US"/>
              <a:t>Select a text. </a:t>
            </a:r>
            <a:r>
              <a:rPr lang="en-US" b="1"/>
              <a:t>Commit to a short section</a:t>
            </a:r>
          </a:p>
          <a:p>
            <a:pPr marL="457200" indent="-457200">
              <a:buFont typeface="Arial" panose="020B0604020202020204" pitchFamily="34" charset="0"/>
              <a:buChar char="•"/>
            </a:pPr>
            <a:r>
              <a:rPr lang="en-US"/>
              <a:t>For example: Mark 1:1-8</a:t>
            </a:r>
          </a:p>
          <a:p>
            <a:r>
              <a:rPr lang="en-US"/>
              <a:t>Read the selected text at least two times and read for understanding. The goal is not to get through it, but to understand it</a:t>
            </a:r>
          </a:p>
          <a:p>
            <a:pPr marL="457200" indent="-457200">
              <a:buFont typeface="Arial" panose="020B0604020202020204" pitchFamily="34" charset="0"/>
              <a:buChar char="•"/>
            </a:pPr>
            <a:r>
              <a:rPr lang="en-US" sz="2800"/>
              <a:t>Now read it one more time – as you read, imagine yourself as different characters in the store or as an observer</a:t>
            </a:r>
          </a:p>
          <a:p>
            <a:r>
              <a:rPr lang="en-US"/>
              <a:t>* It can be helpful to read as if you have never read the section before</a:t>
            </a:r>
          </a:p>
        </p:txBody>
      </p:sp>
    </p:spTree>
    <p:extLst>
      <p:ext uri="{BB962C8B-B14F-4D97-AF65-F5344CB8AC3E}">
        <p14:creationId xmlns:p14="http://schemas.microsoft.com/office/powerpoint/2010/main" val="811980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C036A3-E331-9EAD-50C5-59ADCEB8521C}"/>
              </a:ext>
            </a:extLst>
          </p:cNvPr>
          <p:cNvSpPr>
            <a:spLocks noGrp="1"/>
          </p:cNvSpPr>
          <p:nvPr>
            <p:ph type="title"/>
          </p:nvPr>
        </p:nvSpPr>
        <p:spPr/>
        <p:txBody>
          <a:bodyPr/>
          <a:lstStyle/>
          <a:p>
            <a:r>
              <a:rPr lang="en-US"/>
              <a:t>O - Observation</a:t>
            </a:r>
          </a:p>
        </p:txBody>
      </p:sp>
      <p:sp>
        <p:nvSpPr>
          <p:cNvPr id="6" name="Content Placeholder 5">
            <a:extLst>
              <a:ext uri="{FF2B5EF4-FFF2-40B4-BE49-F238E27FC236}">
                <a16:creationId xmlns:a16="http://schemas.microsoft.com/office/drawing/2014/main" id="{3ED75121-6471-4386-6AAA-4F3071C7A3B3}"/>
              </a:ext>
            </a:extLst>
          </p:cNvPr>
          <p:cNvSpPr>
            <a:spLocks noGrp="1"/>
          </p:cNvSpPr>
          <p:nvPr>
            <p:ph idx="1"/>
          </p:nvPr>
        </p:nvSpPr>
        <p:spPr/>
        <p:txBody>
          <a:bodyPr/>
          <a:lstStyle/>
          <a:p>
            <a:r>
              <a:rPr lang="en-US" sz="2800"/>
              <a:t>All about asking questions</a:t>
            </a:r>
          </a:p>
          <a:p>
            <a:pPr marL="457200" indent="-457200">
              <a:buFont typeface="Arial" panose="020B0604020202020204" pitchFamily="34" charset="0"/>
              <a:buChar char="•"/>
            </a:pPr>
            <a:r>
              <a:rPr lang="en-US" sz="2800"/>
              <a:t>As many as you can. </a:t>
            </a:r>
            <a:r>
              <a:rPr lang="en-US" sz="2800" b="1"/>
              <a:t>Be curious</a:t>
            </a:r>
          </a:p>
          <a:p>
            <a:pPr marL="457200" indent="-457200">
              <a:buFont typeface="Arial" panose="020B0604020202020204" pitchFamily="34" charset="0"/>
              <a:buChar char="•"/>
            </a:pPr>
            <a:r>
              <a:rPr lang="en-US" sz="2800"/>
              <a:t>But don’t focus on answering, yet…</a:t>
            </a:r>
          </a:p>
          <a:p>
            <a:r>
              <a:rPr lang="en-US" sz="2800"/>
              <a:t>Examples:</a:t>
            </a:r>
          </a:p>
          <a:p>
            <a:pPr marL="457200" indent="-457200">
              <a:buFont typeface="Arial" panose="020B0604020202020204" pitchFamily="34" charset="0"/>
              <a:buChar char="•"/>
            </a:pPr>
            <a:r>
              <a:rPr lang="en-US" sz="2800"/>
              <a:t>Why did Jesus say that to this audience?</a:t>
            </a:r>
          </a:p>
          <a:p>
            <a:pPr marL="457200" indent="-457200">
              <a:buFont typeface="Arial" panose="020B0604020202020204" pitchFamily="34" charset="0"/>
              <a:buChar char="•"/>
            </a:pPr>
            <a:r>
              <a:rPr lang="en-US" sz="2800"/>
              <a:t>Who is that guy mentioned in this passage?</a:t>
            </a:r>
          </a:p>
          <a:p>
            <a:pPr marL="457200" indent="-457200">
              <a:buFont typeface="Arial" panose="020B0604020202020204" pitchFamily="34" charset="0"/>
              <a:buChar char="•"/>
            </a:pPr>
            <a:r>
              <a:rPr lang="en-US" sz="2800"/>
              <a:t>What does that word mean?</a:t>
            </a:r>
          </a:p>
          <a:p>
            <a:pPr marL="457200" indent="-457200">
              <a:buFont typeface="Arial" panose="020B0604020202020204" pitchFamily="34" charset="0"/>
              <a:buChar char="•"/>
            </a:pPr>
            <a:r>
              <a:rPr lang="en-US" sz="2800"/>
              <a:t>Why would they have gone to this destination?</a:t>
            </a:r>
          </a:p>
          <a:p>
            <a:pPr marL="457200" indent="-457200">
              <a:buFont typeface="Arial" panose="020B0604020202020204" pitchFamily="34" charset="0"/>
              <a:buChar char="•"/>
            </a:pPr>
            <a:r>
              <a:rPr lang="en-US" sz="2800"/>
              <a:t>Is what God is proclaiming here overly harsh?</a:t>
            </a:r>
          </a:p>
        </p:txBody>
      </p:sp>
      <p:pic>
        <p:nvPicPr>
          <p:cNvPr id="1026" name="Picture 2">
            <a:extLst>
              <a:ext uri="{FF2B5EF4-FFF2-40B4-BE49-F238E27FC236}">
                <a16:creationId xmlns:a16="http://schemas.microsoft.com/office/drawing/2014/main" id="{62C5DC1F-9853-1EFD-AD0C-F5AEF62E0B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9200" y="1828800"/>
            <a:ext cx="2370137" cy="2264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694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6CF802-99AE-5D71-3970-8C60F43B3101}"/>
              </a:ext>
            </a:extLst>
          </p:cNvPr>
          <p:cNvSpPr>
            <a:spLocks noGrp="1"/>
          </p:cNvSpPr>
          <p:nvPr>
            <p:ph type="title"/>
          </p:nvPr>
        </p:nvSpPr>
        <p:spPr/>
        <p:txBody>
          <a:bodyPr/>
          <a:lstStyle/>
          <a:p>
            <a:r>
              <a:rPr lang="en-US"/>
              <a:t>Mark 1:1-8 ESV</a:t>
            </a:r>
          </a:p>
        </p:txBody>
      </p:sp>
      <p:sp>
        <p:nvSpPr>
          <p:cNvPr id="6" name="Content Placeholder 5">
            <a:extLst>
              <a:ext uri="{FF2B5EF4-FFF2-40B4-BE49-F238E27FC236}">
                <a16:creationId xmlns:a16="http://schemas.microsoft.com/office/drawing/2014/main" id="{BCC414B4-5DED-D31A-BD6B-900DE19F7D9E}"/>
              </a:ext>
            </a:extLst>
          </p:cNvPr>
          <p:cNvSpPr>
            <a:spLocks noGrp="1"/>
          </p:cNvSpPr>
          <p:nvPr>
            <p:ph idx="1"/>
          </p:nvPr>
        </p:nvSpPr>
        <p:spPr/>
        <p:txBody>
          <a:bodyPr/>
          <a:lstStyle/>
          <a:p>
            <a:r>
              <a:rPr lang="en-US" sz="2400" b="1"/>
              <a:t>1</a:t>
            </a:r>
            <a:r>
              <a:rPr lang="en-US" sz="2400"/>
              <a:t> The beginning of the gospel of Jesus Christ, the Son of God. </a:t>
            </a:r>
            <a:r>
              <a:rPr lang="en-US" sz="2400" b="1"/>
              <a:t>2</a:t>
            </a:r>
            <a:r>
              <a:rPr lang="en-US" sz="2400"/>
              <a:t> As it is written in Isaiah the prophet, "Behold, I send my messenger before your face, who will prepare your way, </a:t>
            </a:r>
            <a:r>
              <a:rPr lang="en-US" sz="2400" b="1"/>
              <a:t>3</a:t>
            </a:r>
            <a:r>
              <a:rPr lang="en-US" sz="2400"/>
              <a:t> the voice of one crying in the wilderness: 'Prepare the way of the Lord, make his paths straight,'"</a:t>
            </a:r>
            <a:r>
              <a:rPr lang="en-US" sz="2400" b="1"/>
              <a:t>4</a:t>
            </a:r>
            <a:r>
              <a:rPr lang="en-US" sz="2400"/>
              <a:t> John appeared, baptizing in the wilderness and proclaiming a baptism of repentance for the forgiveness of sins. </a:t>
            </a:r>
            <a:r>
              <a:rPr lang="en-US" sz="2400" b="1"/>
              <a:t>5</a:t>
            </a:r>
            <a:r>
              <a:rPr lang="en-US" sz="2400"/>
              <a:t> And all the country of Judea and all Jerusalem were going out to him and were being baptized by him in the river Jordan, confessing their sins. </a:t>
            </a:r>
            <a:r>
              <a:rPr lang="en-US" sz="2400" b="1"/>
              <a:t>6</a:t>
            </a:r>
            <a:r>
              <a:rPr lang="en-US" sz="2400"/>
              <a:t> Now John was clothed with camel's hair and wore a leather belt around his waist and ate locusts and wild honey. </a:t>
            </a:r>
            <a:r>
              <a:rPr lang="en-US" sz="2400" b="1"/>
              <a:t>7</a:t>
            </a:r>
            <a:r>
              <a:rPr lang="en-US" sz="2400"/>
              <a:t> And he preached, saying, "After me comes he who is mightier than I, the strap of whose sandals I am not worthy to stoop down and untie. </a:t>
            </a:r>
            <a:r>
              <a:rPr lang="en-US" sz="2400" b="1"/>
              <a:t>8</a:t>
            </a:r>
            <a:r>
              <a:rPr lang="en-US" sz="2400"/>
              <a:t> I have baptized you with water, but he will baptize you with the Holy Spirit."</a:t>
            </a:r>
          </a:p>
        </p:txBody>
      </p:sp>
    </p:spTree>
    <p:extLst>
      <p:ext uri="{BB962C8B-B14F-4D97-AF65-F5344CB8AC3E}">
        <p14:creationId xmlns:p14="http://schemas.microsoft.com/office/powerpoint/2010/main" val="3962067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16DBC0-CE0B-A8C5-53A9-7C9981A9852E}"/>
              </a:ext>
            </a:extLst>
          </p:cNvPr>
          <p:cNvSpPr>
            <a:spLocks noGrp="1"/>
          </p:cNvSpPr>
          <p:nvPr>
            <p:ph type="title"/>
          </p:nvPr>
        </p:nvSpPr>
        <p:spPr/>
        <p:txBody>
          <a:bodyPr/>
          <a:lstStyle/>
          <a:p>
            <a:r>
              <a:rPr lang="en-US"/>
              <a:t>M - Meaning</a:t>
            </a:r>
          </a:p>
        </p:txBody>
      </p:sp>
      <p:sp>
        <p:nvSpPr>
          <p:cNvPr id="6" name="Content Placeholder 5">
            <a:extLst>
              <a:ext uri="{FF2B5EF4-FFF2-40B4-BE49-F238E27FC236}">
                <a16:creationId xmlns:a16="http://schemas.microsoft.com/office/drawing/2014/main" id="{EA877215-1B0E-0B9D-C6DA-2D10BCFAA8D7}"/>
              </a:ext>
            </a:extLst>
          </p:cNvPr>
          <p:cNvSpPr>
            <a:spLocks noGrp="1"/>
          </p:cNvSpPr>
          <p:nvPr>
            <p:ph idx="1"/>
          </p:nvPr>
        </p:nvSpPr>
        <p:spPr/>
        <p:txBody>
          <a:bodyPr/>
          <a:lstStyle/>
          <a:p>
            <a:r>
              <a:rPr lang="en-US"/>
              <a:t>Foundational principle</a:t>
            </a:r>
          </a:p>
          <a:p>
            <a:r>
              <a:rPr lang="en-US" b="1"/>
              <a:t>“Scripture can never mean what it never meant”</a:t>
            </a:r>
          </a:p>
          <a:p>
            <a:endParaRPr lang="en-US"/>
          </a:p>
          <a:p>
            <a:r>
              <a:rPr lang="en-US"/>
              <a:t>Meaning is not invented – it is </a:t>
            </a:r>
            <a:r>
              <a:rPr lang="en-US" b="1"/>
              <a:t>discovered</a:t>
            </a:r>
          </a:p>
          <a:p>
            <a:endParaRPr lang="en-US"/>
          </a:p>
          <a:p>
            <a:r>
              <a:rPr lang="en-US"/>
              <a:t>Seek the author’s intended message, not our personal interpretation</a:t>
            </a:r>
          </a:p>
          <a:p>
            <a:pPr marL="457200" indent="-457200">
              <a:buFont typeface="Arial" panose="020B0604020202020204" pitchFamily="34" charset="0"/>
              <a:buChar char="•"/>
            </a:pPr>
            <a:r>
              <a:rPr lang="en-US"/>
              <a:t>Now is where you attempt to answer your questions</a:t>
            </a:r>
          </a:p>
        </p:txBody>
      </p:sp>
    </p:spTree>
    <p:extLst>
      <p:ext uri="{BB962C8B-B14F-4D97-AF65-F5344CB8AC3E}">
        <p14:creationId xmlns:p14="http://schemas.microsoft.com/office/powerpoint/2010/main" val="428358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BD6AB0-57F2-2D0A-D940-DEEBA4CC1FA1}"/>
              </a:ext>
            </a:extLst>
          </p:cNvPr>
          <p:cNvSpPr>
            <a:spLocks noGrp="1"/>
          </p:cNvSpPr>
          <p:nvPr>
            <p:ph type="title"/>
          </p:nvPr>
        </p:nvSpPr>
        <p:spPr/>
        <p:txBody>
          <a:bodyPr/>
          <a:lstStyle/>
          <a:p>
            <a:r>
              <a:rPr lang="en-US"/>
              <a:t>Tools for Understanding</a:t>
            </a:r>
          </a:p>
        </p:txBody>
      </p:sp>
      <p:sp>
        <p:nvSpPr>
          <p:cNvPr id="7" name="Content Placeholder 6">
            <a:extLst>
              <a:ext uri="{FF2B5EF4-FFF2-40B4-BE49-F238E27FC236}">
                <a16:creationId xmlns:a16="http://schemas.microsoft.com/office/drawing/2014/main" id="{EF574368-B979-3B49-DCFB-3A909B270A94}"/>
              </a:ext>
            </a:extLst>
          </p:cNvPr>
          <p:cNvSpPr>
            <a:spLocks noGrp="1"/>
          </p:cNvSpPr>
          <p:nvPr>
            <p:ph sz="half" idx="1"/>
          </p:nvPr>
        </p:nvSpPr>
        <p:spPr/>
        <p:txBody>
          <a:bodyPr/>
          <a:lstStyle/>
          <a:p>
            <a:pPr marL="457200" indent="-457200">
              <a:buFont typeface="Arial" panose="020B0604020202020204" pitchFamily="34" charset="0"/>
              <a:buChar char="•"/>
            </a:pPr>
            <a:r>
              <a:rPr lang="en-US"/>
              <a:t>Footnotes in a study Bible</a:t>
            </a:r>
          </a:p>
          <a:p>
            <a:pPr marL="457200" indent="-457200">
              <a:buFont typeface="Arial" panose="020B0604020202020204" pitchFamily="34" charset="0"/>
              <a:buChar char="•"/>
            </a:pPr>
            <a:r>
              <a:rPr lang="en-US"/>
              <a:t>Scripture cross-references</a:t>
            </a:r>
          </a:p>
          <a:p>
            <a:pPr marL="457200" indent="-457200">
              <a:buFont typeface="Arial" panose="020B0604020202020204" pitchFamily="34" charset="0"/>
              <a:buChar char="•"/>
            </a:pPr>
            <a:r>
              <a:rPr lang="en-US"/>
              <a:t>Multiple translations</a:t>
            </a:r>
          </a:p>
          <a:p>
            <a:pPr marL="457200" indent="-457200">
              <a:buFont typeface="Arial" panose="020B0604020202020204" pitchFamily="34" charset="0"/>
              <a:buChar char="•"/>
            </a:pPr>
            <a:r>
              <a:rPr lang="en-US"/>
              <a:t>Maps</a:t>
            </a:r>
          </a:p>
          <a:p>
            <a:pPr marL="457200" indent="-457200">
              <a:buFont typeface="Arial" panose="020B0604020202020204" pitchFamily="34" charset="0"/>
              <a:buChar char="•"/>
            </a:pPr>
            <a:r>
              <a:rPr lang="en-US"/>
              <a:t>Historical background</a:t>
            </a:r>
          </a:p>
          <a:p>
            <a:pPr marL="457200" indent="-457200">
              <a:buFont typeface="Arial" panose="020B0604020202020204" pitchFamily="34" charset="0"/>
              <a:buChar char="•"/>
            </a:pPr>
            <a:r>
              <a:rPr lang="en-US"/>
              <a:t>Context within chapter</a:t>
            </a:r>
          </a:p>
          <a:p>
            <a:pPr marL="457200" indent="-457200">
              <a:buFont typeface="Arial" panose="020B0604020202020204" pitchFamily="34" charset="0"/>
              <a:buChar char="•"/>
            </a:pPr>
            <a:r>
              <a:rPr lang="en-US"/>
              <a:t>Context within the book</a:t>
            </a:r>
          </a:p>
          <a:p>
            <a:pPr marL="457200" indent="-457200">
              <a:buFont typeface="Arial" panose="020B0604020202020204" pitchFamily="34" charset="0"/>
              <a:buChar char="•"/>
            </a:pPr>
            <a:r>
              <a:rPr lang="en-US"/>
              <a:t>Reliable commentaries</a:t>
            </a:r>
          </a:p>
          <a:p>
            <a:pPr marL="457200" indent="-457200">
              <a:buFont typeface="Arial" panose="020B0604020202020204" pitchFamily="34" charset="0"/>
              <a:buChar char="•"/>
            </a:pPr>
            <a:r>
              <a:rPr lang="en-US"/>
              <a:t>Original language analysis</a:t>
            </a:r>
          </a:p>
        </p:txBody>
      </p:sp>
      <p:sp>
        <p:nvSpPr>
          <p:cNvPr id="8" name="Content Placeholder 7">
            <a:extLst>
              <a:ext uri="{FF2B5EF4-FFF2-40B4-BE49-F238E27FC236}">
                <a16:creationId xmlns:a16="http://schemas.microsoft.com/office/drawing/2014/main" id="{0B1BE93C-AF86-1903-F4EA-A3162D53E539}"/>
              </a:ext>
            </a:extLst>
          </p:cNvPr>
          <p:cNvSpPr>
            <a:spLocks noGrp="1"/>
          </p:cNvSpPr>
          <p:nvPr>
            <p:ph sz="half" idx="2"/>
          </p:nvPr>
        </p:nvSpPr>
        <p:spPr/>
        <p:txBody>
          <a:bodyPr/>
          <a:lstStyle/>
          <a:p>
            <a:r>
              <a:rPr lang="en-US"/>
              <a:t>Online Bible Tools</a:t>
            </a:r>
          </a:p>
          <a:p>
            <a:pPr marL="457200" indent="-457200">
              <a:buFont typeface="Arial" panose="020B0604020202020204" pitchFamily="34" charset="0"/>
              <a:buChar char="•"/>
            </a:pPr>
            <a:r>
              <a:rPr lang="en-US"/>
              <a:t>Logos</a:t>
            </a:r>
          </a:p>
          <a:p>
            <a:pPr marL="457200" indent="-457200">
              <a:buFont typeface="Arial" panose="020B0604020202020204" pitchFamily="34" charset="0"/>
              <a:buChar char="•"/>
            </a:pPr>
            <a:r>
              <a:rPr lang="en-US"/>
              <a:t>Blue Letter Bible</a:t>
            </a:r>
          </a:p>
          <a:p>
            <a:r>
              <a:rPr lang="en-US"/>
              <a:t>*Other Online Tools</a:t>
            </a:r>
          </a:p>
          <a:p>
            <a:pPr marL="457200" indent="-457200">
              <a:buFont typeface="Arial" panose="020B0604020202020204" pitchFamily="34" charset="0"/>
              <a:buChar char="•"/>
            </a:pPr>
            <a:r>
              <a:rPr lang="en-US"/>
              <a:t>Blogs</a:t>
            </a:r>
          </a:p>
          <a:p>
            <a:pPr marL="457200" indent="-457200">
              <a:buFont typeface="Arial" panose="020B0604020202020204" pitchFamily="34" charset="0"/>
              <a:buChar char="•"/>
            </a:pPr>
            <a:r>
              <a:rPr lang="en-US"/>
              <a:t>Videos</a:t>
            </a:r>
          </a:p>
          <a:p>
            <a:pPr marL="457200" indent="-457200">
              <a:buFont typeface="Arial" panose="020B0604020202020204" pitchFamily="34" charset="0"/>
              <a:buChar char="•"/>
            </a:pPr>
            <a:r>
              <a:rPr lang="en-US"/>
              <a:t>AI (ChatGPT, etc.)</a:t>
            </a:r>
          </a:p>
          <a:p>
            <a:pPr marL="457200" indent="-457200">
              <a:buFont typeface="Arial" panose="020B0604020202020204" pitchFamily="34" charset="0"/>
              <a:buChar char="•"/>
            </a:pPr>
            <a:endParaRPr lang="en-US"/>
          </a:p>
          <a:p>
            <a:r>
              <a:rPr lang="en-US"/>
              <a:t>* Beware invalid information</a:t>
            </a:r>
          </a:p>
        </p:txBody>
      </p:sp>
    </p:spTree>
    <p:extLst>
      <p:ext uri="{BB962C8B-B14F-4D97-AF65-F5344CB8AC3E}">
        <p14:creationId xmlns:p14="http://schemas.microsoft.com/office/powerpoint/2010/main" val="4017531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460F1E-CE99-537B-5BF6-31F7DA629299}"/>
              </a:ext>
            </a:extLst>
          </p:cNvPr>
          <p:cNvSpPr>
            <a:spLocks noGrp="1"/>
          </p:cNvSpPr>
          <p:nvPr>
            <p:ph type="title"/>
          </p:nvPr>
        </p:nvSpPr>
        <p:spPr/>
        <p:txBody>
          <a:bodyPr/>
          <a:lstStyle/>
          <a:p>
            <a:r>
              <a:rPr lang="en-US"/>
              <a:t>Establish Meaning</a:t>
            </a:r>
          </a:p>
        </p:txBody>
      </p:sp>
      <p:sp>
        <p:nvSpPr>
          <p:cNvPr id="6" name="Content Placeholder 5">
            <a:extLst>
              <a:ext uri="{FF2B5EF4-FFF2-40B4-BE49-F238E27FC236}">
                <a16:creationId xmlns:a16="http://schemas.microsoft.com/office/drawing/2014/main" id="{16009061-5F86-8088-B26C-C156A9112D11}"/>
              </a:ext>
            </a:extLst>
          </p:cNvPr>
          <p:cNvSpPr>
            <a:spLocks noGrp="1"/>
          </p:cNvSpPr>
          <p:nvPr>
            <p:ph idx="1"/>
          </p:nvPr>
        </p:nvSpPr>
        <p:spPr/>
        <p:txBody>
          <a:bodyPr/>
          <a:lstStyle/>
          <a:p>
            <a:r>
              <a:rPr lang="en-US"/>
              <a:t>Return to your observations and:</a:t>
            </a:r>
          </a:p>
          <a:p>
            <a:pPr marL="457200" indent="-457200">
              <a:buFont typeface="Arial" panose="020B0604020202020204" pitchFamily="34" charset="0"/>
              <a:buChar char="•"/>
            </a:pPr>
            <a:r>
              <a:rPr lang="en-US"/>
              <a:t>Find answers</a:t>
            </a:r>
          </a:p>
          <a:p>
            <a:pPr marL="457200" indent="-457200">
              <a:buFont typeface="Arial" panose="020B0604020202020204" pitchFamily="34" charset="0"/>
              <a:buChar char="•"/>
            </a:pPr>
            <a:r>
              <a:rPr lang="en-US"/>
              <a:t>Consider cultural background</a:t>
            </a:r>
          </a:p>
          <a:p>
            <a:pPr marL="457200" indent="-457200">
              <a:buFont typeface="Arial" panose="020B0604020202020204" pitchFamily="34" charset="0"/>
              <a:buChar char="•"/>
            </a:pPr>
            <a:r>
              <a:rPr lang="en-US"/>
              <a:t>Consider genre and literary style</a:t>
            </a:r>
          </a:p>
          <a:p>
            <a:pPr marL="457200" indent="-457200">
              <a:buFont typeface="Arial" panose="020B0604020202020204" pitchFamily="34" charset="0"/>
              <a:buChar char="•"/>
            </a:pPr>
            <a:r>
              <a:rPr lang="en-US"/>
              <a:t>Look for repeated themes</a:t>
            </a:r>
          </a:p>
          <a:p>
            <a:r>
              <a:rPr lang="en-US"/>
              <a:t>Then, summarize the meaning of the passage in your own words</a:t>
            </a:r>
          </a:p>
          <a:p>
            <a:pPr marL="457200" indent="-457200">
              <a:buFont typeface="Arial" panose="020B0604020202020204" pitchFamily="34" charset="0"/>
              <a:buChar char="•"/>
            </a:pPr>
            <a:r>
              <a:rPr lang="en-US"/>
              <a:t>Be objective</a:t>
            </a:r>
          </a:p>
        </p:txBody>
      </p:sp>
    </p:spTree>
    <p:extLst>
      <p:ext uri="{BB962C8B-B14F-4D97-AF65-F5344CB8AC3E}">
        <p14:creationId xmlns:p14="http://schemas.microsoft.com/office/powerpoint/2010/main" val="3832809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E3D768-32BD-E1DC-6005-A865BF1D14DA}"/>
              </a:ext>
            </a:extLst>
          </p:cNvPr>
          <p:cNvSpPr>
            <a:spLocks noGrp="1"/>
          </p:cNvSpPr>
          <p:nvPr>
            <p:ph type="title"/>
          </p:nvPr>
        </p:nvSpPr>
        <p:spPr/>
        <p:txBody>
          <a:bodyPr/>
          <a:lstStyle/>
          <a:p>
            <a:r>
              <a:rPr lang="en-US"/>
              <a:t>Example AI Prompts</a:t>
            </a:r>
          </a:p>
        </p:txBody>
      </p:sp>
      <p:sp>
        <p:nvSpPr>
          <p:cNvPr id="6" name="Content Placeholder 5">
            <a:extLst>
              <a:ext uri="{FF2B5EF4-FFF2-40B4-BE49-F238E27FC236}">
                <a16:creationId xmlns:a16="http://schemas.microsoft.com/office/drawing/2014/main" id="{B4541E13-9F8B-C0C2-2273-C9E4CB9A66FB}"/>
              </a:ext>
            </a:extLst>
          </p:cNvPr>
          <p:cNvSpPr>
            <a:spLocks noGrp="1"/>
          </p:cNvSpPr>
          <p:nvPr>
            <p:ph idx="1"/>
          </p:nvPr>
        </p:nvSpPr>
        <p:spPr/>
        <p:txBody>
          <a:bodyPr/>
          <a:lstStyle/>
          <a:p>
            <a:pPr marL="457200" indent="-457200">
              <a:buFont typeface="Arial" panose="020B0604020202020204" pitchFamily="34" charset="0"/>
              <a:buChar char="•"/>
            </a:pPr>
            <a:r>
              <a:rPr lang="en-US" sz="2800"/>
              <a:t>In Mark 1:1–8, are there key words or ideas whose meaning isn’t fully captured in modern English?</a:t>
            </a:r>
          </a:p>
          <a:p>
            <a:pPr marL="457200" indent="-457200">
              <a:buFont typeface="Arial" panose="020B0604020202020204" pitchFamily="34" charset="0"/>
              <a:buChar char="•"/>
            </a:pPr>
            <a:r>
              <a:rPr lang="en-US" sz="2800"/>
              <a:t>What would the original audience have understood here that I might miss today?</a:t>
            </a:r>
          </a:p>
          <a:p>
            <a:pPr marL="457200" indent="-457200">
              <a:buFont typeface="Arial" panose="020B0604020202020204" pitchFamily="34" charset="0"/>
              <a:buChar char="•"/>
            </a:pPr>
            <a:r>
              <a:rPr lang="en-US" sz="2800"/>
              <a:t>Why did the author include these specific details, and what is he emphasizing?</a:t>
            </a:r>
          </a:p>
          <a:p>
            <a:pPr marL="457200" indent="-457200">
              <a:buFont typeface="Arial" panose="020B0604020202020204" pitchFamily="34" charset="0"/>
              <a:buChar char="•"/>
            </a:pPr>
            <a:r>
              <a:rPr lang="en-US" sz="2800"/>
              <a:t>What Old Testament passages or themes does this connect to?</a:t>
            </a:r>
          </a:p>
          <a:p>
            <a:pPr marL="457200" indent="-457200">
              <a:buFont typeface="Arial" panose="020B0604020202020204" pitchFamily="34" charset="0"/>
              <a:buChar char="•"/>
            </a:pPr>
            <a:r>
              <a:rPr lang="en-US" sz="2800"/>
              <a:t>Provide sources for the questions so I can confirm accuracy</a:t>
            </a:r>
          </a:p>
        </p:txBody>
      </p:sp>
    </p:spTree>
    <p:extLst>
      <p:ext uri="{BB962C8B-B14F-4D97-AF65-F5344CB8AC3E}">
        <p14:creationId xmlns:p14="http://schemas.microsoft.com/office/powerpoint/2010/main" val="1341383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B57848-CC95-48B0-4EBD-2F273021D6C0}"/>
              </a:ext>
            </a:extLst>
          </p:cNvPr>
          <p:cNvSpPr>
            <a:spLocks noGrp="1"/>
          </p:cNvSpPr>
          <p:nvPr>
            <p:ph type="title"/>
          </p:nvPr>
        </p:nvSpPr>
        <p:spPr/>
        <p:txBody>
          <a:bodyPr/>
          <a:lstStyle/>
          <a:p>
            <a:r>
              <a:rPr lang="en-US"/>
              <a:t>A - Application</a:t>
            </a:r>
          </a:p>
        </p:txBody>
      </p:sp>
      <p:sp>
        <p:nvSpPr>
          <p:cNvPr id="6" name="Content Placeholder 5">
            <a:extLst>
              <a:ext uri="{FF2B5EF4-FFF2-40B4-BE49-F238E27FC236}">
                <a16:creationId xmlns:a16="http://schemas.microsoft.com/office/drawing/2014/main" id="{428F716A-719A-EDCC-D088-A450317AC336}"/>
              </a:ext>
            </a:extLst>
          </p:cNvPr>
          <p:cNvSpPr>
            <a:spLocks noGrp="1"/>
          </p:cNvSpPr>
          <p:nvPr>
            <p:ph idx="1"/>
          </p:nvPr>
        </p:nvSpPr>
        <p:spPr/>
        <p:txBody>
          <a:bodyPr/>
          <a:lstStyle/>
          <a:p>
            <a:r>
              <a:rPr lang="en-US"/>
              <a:t>Application poses the question:</a:t>
            </a:r>
          </a:p>
          <a:p>
            <a:r>
              <a:rPr lang="en-US" b="1"/>
              <a:t>“What does this mean </a:t>
            </a:r>
            <a:r>
              <a:rPr lang="en-US" b="1" i="1"/>
              <a:t>for me</a:t>
            </a:r>
            <a:r>
              <a:rPr lang="en-US" b="1"/>
              <a:t>, not what does it mean </a:t>
            </a:r>
            <a:r>
              <a:rPr lang="en-US" b="1" i="1"/>
              <a:t>to me</a:t>
            </a:r>
            <a:r>
              <a:rPr lang="en-US" b="1"/>
              <a:t>?”</a:t>
            </a:r>
          </a:p>
          <a:p>
            <a:endParaRPr lang="en-US" b="1"/>
          </a:p>
          <a:p>
            <a:r>
              <a:rPr lang="en-US"/>
              <a:t>Application flows from meaning, not emotion</a:t>
            </a:r>
          </a:p>
        </p:txBody>
      </p:sp>
    </p:spTree>
    <p:extLst>
      <p:ext uri="{BB962C8B-B14F-4D97-AF65-F5344CB8AC3E}">
        <p14:creationId xmlns:p14="http://schemas.microsoft.com/office/powerpoint/2010/main" val="3833492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21CF24-46A1-2478-2C75-C3637722547F}"/>
              </a:ext>
            </a:extLst>
          </p:cNvPr>
          <p:cNvSpPr>
            <a:spLocks noGrp="1"/>
          </p:cNvSpPr>
          <p:nvPr>
            <p:ph type="title"/>
          </p:nvPr>
        </p:nvSpPr>
        <p:spPr/>
        <p:txBody>
          <a:bodyPr/>
          <a:lstStyle/>
          <a:p>
            <a:r>
              <a:rPr lang="en-US"/>
              <a:t>Transformation Over Information</a:t>
            </a:r>
          </a:p>
        </p:txBody>
      </p:sp>
      <p:sp>
        <p:nvSpPr>
          <p:cNvPr id="6" name="Content Placeholder 5">
            <a:extLst>
              <a:ext uri="{FF2B5EF4-FFF2-40B4-BE49-F238E27FC236}">
                <a16:creationId xmlns:a16="http://schemas.microsoft.com/office/drawing/2014/main" id="{34841352-0DFA-B313-4BC7-F2ADB80CE70A}"/>
              </a:ext>
            </a:extLst>
          </p:cNvPr>
          <p:cNvSpPr>
            <a:spLocks noGrp="1"/>
          </p:cNvSpPr>
          <p:nvPr>
            <p:ph idx="1"/>
          </p:nvPr>
        </p:nvSpPr>
        <p:spPr/>
        <p:txBody>
          <a:bodyPr/>
          <a:lstStyle/>
          <a:p>
            <a:r>
              <a:rPr lang="en-US"/>
              <a:t>The Word aims for:</a:t>
            </a:r>
          </a:p>
          <a:p>
            <a:pPr marL="457200" indent="-457200">
              <a:buFont typeface="Arial" panose="020B0604020202020204" pitchFamily="34" charset="0"/>
              <a:buChar char="•"/>
            </a:pPr>
            <a:r>
              <a:rPr lang="en-US"/>
              <a:t>A changed heart</a:t>
            </a:r>
          </a:p>
          <a:p>
            <a:pPr marL="457200" indent="-457200">
              <a:buFont typeface="Arial" panose="020B0604020202020204" pitchFamily="34" charset="0"/>
              <a:buChar char="•"/>
            </a:pPr>
            <a:r>
              <a:rPr lang="en-US"/>
              <a:t>Renewed mind</a:t>
            </a:r>
          </a:p>
          <a:p>
            <a:pPr marL="457200" indent="-457200">
              <a:buFont typeface="Arial" panose="020B0604020202020204" pitchFamily="34" charset="0"/>
              <a:buChar char="•"/>
            </a:pPr>
            <a:r>
              <a:rPr lang="en-US"/>
              <a:t>Spirit-led obedience</a:t>
            </a:r>
          </a:p>
          <a:p>
            <a:pPr marL="457200" indent="-457200">
              <a:buFont typeface="Arial" panose="020B0604020202020204" pitchFamily="34" charset="0"/>
              <a:buChar char="•"/>
            </a:pPr>
            <a:r>
              <a:rPr lang="en-US"/>
              <a:t>Growing Christlikeness</a:t>
            </a:r>
          </a:p>
          <a:p>
            <a:pPr marL="457200" indent="-457200">
              <a:buFont typeface="Arial" panose="020B0604020202020204" pitchFamily="34" charset="0"/>
              <a:buChar char="•"/>
            </a:pPr>
            <a:endParaRPr lang="en-US"/>
          </a:p>
          <a:p>
            <a:r>
              <a:rPr lang="en-US"/>
              <a:t>Respond with prayer, praise, repentance, and trust</a:t>
            </a:r>
          </a:p>
          <a:p>
            <a:pPr marL="457200" indent="-457200">
              <a:buFont typeface="Arial" panose="020B0604020202020204" pitchFamily="34" charset="0"/>
              <a:buChar char="•"/>
            </a:pPr>
            <a:r>
              <a:rPr lang="en-US"/>
              <a:t>Discipleship begins where application ends</a:t>
            </a:r>
          </a:p>
        </p:txBody>
      </p:sp>
    </p:spTree>
    <p:extLst>
      <p:ext uri="{BB962C8B-B14F-4D97-AF65-F5344CB8AC3E}">
        <p14:creationId xmlns:p14="http://schemas.microsoft.com/office/powerpoint/2010/main" val="2080161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092AA5-C0C9-4105-F1DD-6247CC78AB52}"/>
              </a:ext>
            </a:extLst>
          </p:cNvPr>
          <p:cNvSpPr>
            <a:spLocks noGrp="1"/>
          </p:cNvSpPr>
          <p:nvPr>
            <p:ph type="title"/>
          </p:nvPr>
        </p:nvSpPr>
        <p:spPr/>
        <p:txBody>
          <a:bodyPr/>
          <a:lstStyle/>
          <a:p>
            <a:r>
              <a:rPr lang="en-US"/>
              <a:t>Saturation of the Word in Daily Life</a:t>
            </a:r>
          </a:p>
        </p:txBody>
      </p:sp>
      <p:sp>
        <p:nvSpPr>
          <p:cNvPr id="6" name="Content Placeholder 5">
            <a:extLst>
              <a:ext uri="{FF2B5EF4-FFF2-40B4-BE49-F238E27FC236}">
                <a16:creationId xmlns:a16="http://schemas.microsoft.com/office/drawing/2014/main" id="{11FACFDA-6D72-013F-E6E4-A825D4AC668C}"/>
              </a:ext>
            </a:extLst>
          </p:cNvPr>
          <p:cNvSpPr>
            <a:spLocks noGrp="1"/>
          </p:cNvSpPr>
          <p:nvPr>
            <p:ph idx="1"/>
          </p:nvPr>
        </p:nvSpPr>
        <p:spPr/>
        <p:txBody>
          <a:bodyPr/>
          <a:lstStyle/>
          <a:p>
            <a:r>
              <a:rPr lang="en-US"/>
              <a:t>Read, listen, or watch something related to the text being studied during the week</a:t>
            </a:r>
          </a:p>
          <a:p>
            <a:pPr marL="457200" indent="-457200">
              <a:buFont typeface="Arial" panose="020B0604020202020204" pitchFamily="34" charset="0"/>
              <a:buChar char="•"/>
            </a:pPr>
            <a:r>
              <a:rPr lang="en-US"/>
              <a:t>Journal something related to the text</a:t>
            </a:r>
          </a:p>
          <a:p>
            <a:pPr marL="457200" indent="-457200">
              <a:buFont typeface="Arial" panose="020B0604020202020204" pitchFamily="34" charset="0"/>
              <a:buChar char="•"/>
            </a:pPr>
            <a:r>
              <a:rPr lang="en-US"/>
              <a:t>Hold at least one conversation with someone concerning the text</a:t>
            </a:r>
          </a:p>
          <a:p>
            <a:pPr marL="457200" indent="-457200">
              <a:buFont typeface="Arial" panose="020B0604020202020204" pitchFamily="34" charset="0"/>
              <a:buChar char="•"/>
            </a:pPr>
            <a:r>
              <a:rPr lang="en-US"/>
              <a:t>Pray concerning the text – praise and petition</a:t>
            </a:r>
          </a:p>
        </p:txBody>
      </p:sp>
    </p:spTree>
    <p:extLst>
      <p:ext uri="{BB962C8B-B14F-4D97-AF65-F5344CB8AC3E}">
        <p14:creationId xmlns:p14="http://schemas.microsoft.com/office/powerpoint/2010/main" val="2671783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3F7CD9-429A-25D9-17F4-7987B8FC57A2}"/>
              </a:ext>
            </a:extLst>
          </p:cNvPr>
          <p:cNvSpPr>
            <a:spLocks noGrp="1"/>
          </p:cNvSpPr>
          <p:nvPr>
            <p:ph type="title"/>
          </p:nvPr>
        </p:nvSpPr>
        <p:spPr/>
        <p:txBody>
          <a:bodyPr/>
          <a:lstStyle/>
          <a:p>
            <a:r>
              <a:rPr lang="en-US"/>
              <a:t>Three Directions of Application</a:t>
            </a:r>
          </a:p>
        </p:txBody>
      </p:sp>
      <p:sp>
        <p:nvSpPr>
          <p:cNvPr id="6" name="Content Placeholder 5">
            <a:extLst>
              <a:ext uri="{FF2B5EF4-FFF2-40B4-BE49-F238E27FC236}">
                <a16:creationId xmlns:a16="http://schemas.microsoft.com/office/drawing/2014/main" id="{826ECD2D-71BA-C443-EFB8-C7CCBA67CA30}"/>
              </a:ext>
            </a:extLst>
          </p:cNvPr>
          <p:cNvSpPr>
            <a:spLocks noGrp="1"/>
          </p:cNvSpPr>
          <p:nvPr>
            <p:ph idx="1"/>
          </p:nvPr>
        </p:nvSpPr>
        <p:spPr/>
        <p:txBody>
          <a:bodyPr/>
          <a:lstStyle/>
          <a:p>
            <a:pPr marL="514350" indent="-514350">
              <a:buFont typeface="+mj-lt"/>
              <a:buAutoNum type="arabicPeriod"/>
            </a:pPr>
            <a:r>
              <a:rPr lang="en-US" b="1"/>
              <a:t>Inward</a:t>
            </a:r>
            <a:r>
              <a:rPr lang="en-US"/>
              <a:t> – How should this reshape my thoughts, desires, and/or attitudes</a:t>
            </a:r>
          </a:p>
          <a:p>
            <a:pPr marL="514350" indent="-514350">
              <a:buFont typeface="+mj-lt"/>
              <a:buAutoNum type="arabicPeriod"/>
            </a:pPr>
            <a:r>
              <a:rPr lang="en-US" b="1"/>
              <a:t>Outward</a:t>
            </a:r>
            <a:r>
              <a:rPr lang="en-US"/>
              <a:t> – How should this reshape my actions, words, habits, and/or relationships</a:t>
            </a:r>
          </a:p>
          <a:p>
            <a:pPr marL="514350" indent="-514350">
              <a:buFont typeface="+mj-lt"/>
              <a:buAutoNum type="arabicPeriod"/>
            </a:pPr>
            <a:r>
              <a:rPr lang="en-US" b="1"/>
              <a:t>Upward</a:t>
            </a:r>
            <a:r>
              <a:rPr lang="en-US"/>
              <a:t> – How should this reshape my trust, view of God, worship, and/or obedience?</a:t>
            </a:r>
          </a:p>
        </p:txBody>
      </p:sp>
    </p:spTree>
    <p:extLst>
      <p:ext uri="{BB962C8B-B14F-4D97-AF65-F5344CB8AC3E}">
        <p14:creationId xmlns:p14="http://schemas.microsoft.com/office/powerpoint/2010/main" val="525087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F5C48C-C6E3-288C-4079-86A3A059CC16}"/>
              </a:ext>
            </a:extLst>
          </p:cNvPr>
          <p:cNvSpPr>
            <a:spLocks noGrp="1"/>
          </p:cNvSpPr>
          <p:nvPr>
            <p:ph type="title"/>
          </p:nvPr>
        </p:nvSpPr>
        <p:spPr/>
        <p:txBody>
          <a:bodyPr/>
          <a:lstStyle/>
          <a:p>
            <a:r>
              <a:rPr lang="en-US"/>
              <a:t>Way of Discipleship – Done Together</a:t>
            </a:r>
          </a:p>
        </p:txBody>
      </p:sp>
      <p:sp>
        <p:nvSpPr>
          <p:cNvPr id="6" name="Content Placeholder 5">
            <a:extLst>
              <a:ext uri="{FF2B5EF4-FFF2-40B4-BE49-F238E27FC236}">
                <a16:creationId xmlns:a16="http://schemas.microsoft.com/office/drawing/2014/main" id="{50DD71EA-8AF0-1367-E53D-C18A6930B607}"/>
              </a:ext>
            </a:extLst>
          </p:cNvPr>
          <p:cNvSpPr>
            <a:spLocks noGrp="1"/>
          </p:cNvSpPr>
          <p:nvPr>
            <p:ph idx="1"/>
          </p:nvPr>
        </p:nvSpPr>
        <p:spPr/>
        <p:txBody>
          <a:bodyPr/>
          <a:lstStyle/>
          <a:p>
            <a:r>
              <a:rPr lang="en-US"/>
              <a:t>Consider starting a SOMA group</a:t>
            </a:r>
          </a:p>
          <a:p>
            <a:pPr marL="457200" indent="-457200">
              <a:buFont typeface="Arial" panose="020B0604020202020204" pitchFamily="34" charset="0"/>
              <a:buChar char="•"/>
            </a:pPr>
            <a:r>
              <a:rPr lang="en-US"/>
              <a:t>Two weeks a section</a:t>
            </a:r>
          </a:p>
          <a:p>
            <a:pPr marL="457200" indent="-457200">
              <a:buFont typeface="Arial" panose="020B0604020202020204" pitchFamily="34" charset="0"/>
              <a:buChar char="•"/>
            </a:pPr>
            <a:r>
              <a:rPr lang="en-US"/>
              <a:t>First week (SO) and second week (MA)</a:t>
            </a:r>
          </a:p>
          <a:p>
            <a:r>
              <a:rPr lang="en-US"/>
              <a:t>Other resources:</a:t>
            </a:r>
          </a:p>
          <a:p>
            <a:pPr marL="457200" indent="-457200">
              <a:buFont typeface="Arial" panose="020B0604020202020204" pitchFamily="34" charset="0"/>
              <a:buChar char="•"/>
            </a:pPr>
            <a:r>
              <a:rPr lang="en-US"/>
              <a:t>Podcast for each section:</a:t>
            </a:r>
            <a:br>
              <a:rPr lang="en-US"/>
            </a:br>
            <a:r>
              <a:rPr lang="en-US">
                <a:hlinkClick r:id="rId2"/>
              </a:rPr>
              <a:t>https://shows.acast.com/the-soma-podcast/episodes</a:t>
            </a:r>
            <a:endParaRPr lang="en-US"/>
          </a:p>
          <a:p>
            <a:pPr marL="457200" indent="-457200">
              <a:buFont typeface="Arial" panose="020B0604020202020204" pitchFamily="34" charset="0"/>
              <a:buChar char="•"/>
            </a:pPr>
            <a:r>
              <a:rPr lang="en-US"/>
              <a:t>Follow up classes: Interest in AI or Original Language?</a:t>
            </a:r>
          </a:p>
        </p:txBody>
      </p:sp>
    </p:spTree>
    <p:extLst>
      <p:ext uri="{BB962C8B-B14F-4D97-AF65-F5344CB8AC3E}">
        <p14:creationId xmlns:p14="http://schemas.microsoft.com/office/powerpoint/2010/main" val="4277157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DEB7C3-C1C7-8FAC-6C6C-53B12960BCC4}"/>
              </a:ext>
            </a:extLst>
          </p:cNvPr>
          <p:cNvSpPr>
            <a:spLocks noGrp="1"/>
          </p:cNvSpPr>
          <p:nvPr>
            <p:ph type="title"/>
          </p:nvPr>
        </p:nvSpPr>
        <p:spPr/>
        <p:txBody>
          <a:bodyPr/>
          <a:lstStyle/>
          <a:p>
            <a:r>
              <a:rPr lang="en-US"/>
              <a:t>Closing</a:t>
            </a:r>
          </a:p>
        </p:txBody>
      </p:sp>
      <p:sp>
        <p:nvSpPr>
          <p:cNvPr id="6" name="Content Placeholder 5">
            <a:extLst>
              <a:ext uri="{FF2B5EF4-FFF2-40B4-BE49-F238E27FC236}">
                <a16:creationId xmlns:a16="http://schemas.microsoft.com/office/drawing/2014/main" id="{A3A977AA-18CE-B79B-25D4-28FE0AB5A3C5}"/>
              </a:ext>
            </a:extLst>
          </p:cNvPr>
          <p:cNvSpPr>
            <a:spLocks noGrp="1"/>
          </p:cNvSpPr>
          <p:nvPr>
            <p:ph idx="1"/>
          </p:nvPr>
        </p:nvSpPr>
        <p:spPr/>
        <p:txBody>
          <a:bodyPr/>
          <a:lstStyle/>
          <a:p>
            <a:r>
              <a:rPr lang="en-US" b="1"/>
              <a:t>Psalm 1:1–2 (ESV)</a:t>
            </a:r>
          </a:p>
          <a:p>
            <a:r>
              <a:rPr lang="en-US" i="1"/>
              <a:t>Blessed is the man who walks not in the counsel of the wicked, nor stands in the way of sinners, nor sits in the seat of scoffers; but his delight is in the law of the LORD, and on his law he meditates day and night.</a:t>
            </a:r>
            <a:endParaRPr lang="en-US"/>
          </a:p>
          <a:p>
            <a:endParaRPr lang="en-US" b="1">
              <a:solidFill>
                <a:srgbClr val="035757"/>
              </a:solidFill>
            </a:endParaRPr>
          </a:p>
          <a:p>
            <a:r>
              <a:rPr lang="en-US" b="1">
                <a:solidFill>
                  <a:srgbClr val="035757"/>
                </a:solidFill>
              </a:rPr>
              <a:t>justin@tellaro.io</a:t>
            </a:r>
          </a:p>
        </p:txBody>
      </p:sp>
      <p:pic>
        <p:nvPicPr>
          <p:cNvPr id="2050" name="Picture 2" descr="QR Code">
            <a:extLst>
              <a:ext uri="{FF2B5EF4-FFF2-40B4-BE49-F238E27FC236}">
                <a16:creationId xmlns:a16="http://schemas.microsoft.com/office/drawing/2014/main" id="{050BB57C-81BB-FA53-C403-3DD43BEAC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0" y="3553236"/>
            <a:ext cx="2714625" cy="271462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065B16B2-A64B-7202-23F9-3D625415939C}"/>
              </a:ext>
            </a:extLst>
          </p:cNvPr>
          <p:cNvCxnSpPr/>
          <p:nvPr/>
        </p:nvCxnSpPr>
        <p:spPr>
          <a:xfrm flipV="1">
            <a:off x="7010400" y="5334000"/>
            <a:ext cx="1676400" cy="533400"/>
          </a:xfrm>
          <a:prstGeom prst="straightConnector1">
            <a:avLst/>
          </a:prstGeom>
          <a:ln w="571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 name="TextBox 3">
            <a:extLst>
              <a:ext uri="{FF2B5EF4-FFF2-40B4-BE49-F238E27FC236}">
                <a16:creationId xmlns:a16="http://schemas.microsoft.com/office/drawing/2014/main" id="{7DBBE458-2143-986A-C52F-F041B218400C}"/>
              </a:ext>
            </a:extLst>
          </p:cNvPr>
          <p:cNvSpPr txBox="1"/>
          <p:nvPr/>
        </p:nvSpPr>
        <p:spPr>
          <a:xfrm>
            <a:off x="2057400" y="5482679"/>
            <a:ext cx="4783455" cy="769441"/>
          </a:xfrm>
          <a:prstGeom prst="rect">
            <a:avLst/>
          </a:prstGeom>
          <a:noFill/>
        </p:spPr>
        <p:txBody>
          <a:bodyPr wrap="square" rtlCol="0">
            <a:spAutoFit/>
          </a:bodyPr>
          <a:lstStyle/>
          <a:p>
            <a:r>
              <a:rPr lang="en-US"/>
              <a:t>Link to presentation</a:t>
            </a:r>
          </a:p>
        </p:txBody>
      </p:sp>
    </p:spTree>
    <p:extLst>
      <p:ext uri="{BB962C8B-B14F-4D97-AF65-F5344CB8AC3E}">
        <p14:creationId xmlns:p14="http://schemas.microsoft.com/office/powerpoint/2010/main" val="1483439235"/>
      </p:ext>
    </p:extLst>
  </p:cSld>
  <p:clrMapOvr>
    <a:masterClrMapping/>
  </p:clrMapOvr>
</p:sld>
</file>

<file path=ppt/theme/theme1.xml><?xml version="1.0" encoding="utf-8"?>
<a:theme xmlns:a="http://schemas.openxmlformats.org/drawingml/2006/main" name="Title Page">
  <a:themeElements>
    <a:clrScheme name="Custom 1">
      <a:dk1>
        <a:srgbClr val="000000"/>
      </a:dk1>
      <a:lt1>
        <a:srgbClr val="EEECE4"/>
      </a:lt1>
      <a:dk2>
        <a:srgbClr val="035757"/>
      </a:dk2>
      <a:lt2>
        <a:srgbClr val="7DA3A3"/>
      </a:lt2>
      <a:accent1>
        <a:srgbClr val="035757"/>
      </a:accent1>
      <a:accent2>
        <a:srgbClr val="E35C00"/>
      </a:accent2>
      <a:accent3>
        <a:srgbClr val="251F47"/>
      </a:accent3>
      <a:accent4>
        <a:srgbClr val="05302E"/>
      </a:accent4>
      <a:accent5>
        <a:srgbClr val="F0AF82"/>
      </a:accent5>
      <a:accent6>
        <a:srgbClr val="90C290"/>
      </a:accent6>
      <a:hlink>
        <a:srgbClr val="E35C00"/>
      </a:hlink>
      <a:folHlink>
        <a:srgbClr val="7DA3A3"/>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ns_master-slides_sans-blue_simplified_p1" id="{3DD29A76-C55E-464E-8822-2E4E973AFA7C}" vid="{BDCE8736-7128-F547-B11E-B4F9435B61AC}"/>
    </a:ext>
  </a:extLst>
</a:theme>
</file>

<file path=ppt/theme/theme2.xml><?xml version="1.0" encoding="utf-8"?>
<a:theme xmlns:a="http://schemas.openxmlformats.org/drawingml/2006/main" name="Basic Layout Pages">
  <a:themeElements>
    <a:clrScheme name="Custom 2">
      <a:dk1>
        <a:srgbClr val="000000"/>
      </a:dk1>
      <a:lt1>
        <a:srgbClr val="EEECE4"/>
      </a:lt1>
      <a:dk2>
        <a:srgbClr val="005557"/>
      </a:dk2>
      <a:lt2>
        <a:srgbClr val="7DA3A3"/>
      </a:lt2>
      <a:accent1>
        <a:srgbClr val="035757"/>
      </a:accent1>
      <a:accent2>
        <a:srgbClr val="E35C00"/>
      </a:accent2>
      <a:accent3>
        <a:srgbClr val="251F47"/>
      </a:accent3>
      <a:accent4>
        <a:srgbClr val="05302E"/>
      </a:accent4>
      <a:accent5>
        <a:srgbClr val="F0AF82"/>
      </a:accent5>
      <a:accent6>
        <a:srgbClr val="90C290"/>
      </a:accent6>
      <a:hlink>
        <a:srgbClr val="E35C00"/>
      </a:hlink>
      <a:folHlink>
        <a:srgbClr val="7DA3A3"/>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ns_master-slides_sans-blue_simplified_p1" id="{3DD29A76-C55E-464E-8822-2E4E973AFA7C}" vid="{2A238399-2CCD-054A-BB5C-6E712DDAAD9E}"/>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Sec511_1_2014_0823.thmx</Template>
  <Application>Microsoft Office PowerPoint</Application>
  <PresentationFormat>Widescreen</PresentationFormat>
  <Slides>22</Slides>
  <Notes>2</Notes>
  <HiddenSlides>0</HiddenSlides>
  <ScaleCrop>false</ScaleCrop>
  <HeadingPairs>
    <vt:vector size="4" baseType="variant">
      <vt:variant>
        <vt:lpstr>Theme</vt:lpstr>
      </vt:variant>
      <vt:variant>
        <vt:i4>2</vt:i4>
      </vt:variant>
      <vt:variant>
        <vt:lpstr>Slide Titles</vt:lpstr>
      </vt:variant>
      <vt:variant>
        <vt:i4>22</vt:i4>
      </vt:variant>
    </vt:vector>
  </HeadingPairs>
  <TitlesOfParts>
    <vt:vector size="24" baseType="lpstr">
      <vt:lpstr>Title Page</vt:lpstr>
      <vt:lpstr>Basic Layout Pages</vt:lpstr>
      <vt:lpstr>Bible Study</vt:lpstr>
      <vt:lpstr>About Me</vt:lpstr>
      <vt:lpstr>Disclaimer</vt:lpstr>
      <vt:lpstr>Action Items</vt:lpstr>
      <vt:lpstr>What is Discipleship</vt:lpstr>
      <vt:lpstr>Why Study the Bible?</vt:lpstr>
      <vt:lpstr>Why a Method Matters</vt:lpstr>
      <vt:lpstr>Studying Together</vt:lpstr>
      <vt:lpstr>Introducing SOMA</vt:lpstr>
      <vt:lpstr>S - Scripture</vt:lpstr>
      <vt:lpstr>O - Observation</vt:lpstr>
      <vt:lpstr>Mark 1:1-8 ESV</vt:lpstr>
      <vt:lpstr>M - Meaning</vt:lpstr>
      <vt:lpstr>Tools for Understanding</vt:lpstr>
      <vt:lpstr>Establish Meaning</vt:lpstr>
      <vt:lpstr>Example AI Prompts</vt:lpstr>
      <vt:lpstr>A - Application</vt:lpstr>
      <vt:lpstr>Transformation Over Information</vt:lpstr>
      <vt:lpstr>Saturation of the Word in Daily Life</vt:lpstr>
      <vt:lpstr>Three Directions of Application</vt:lpstr>
      <vt:lpstr>Way of Discipleship – Done Together</vt:lpstr>
      <vt:lpstr>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SEC555 - The Industry's First SIEM Neutral Training Course</dc:title>
  <dc:subject/>
  <dc:creator/>
  <cp:keywords>555</cp:keywords>
  <dc:description/>
  <cp:revision>1</cp:revision>
  <dcterms:created xsi:type="dcterms:W3CDTF">2016-12-19T16:03:23Z</dcterms:created>
  <dcterms:modified xsi:type="dcterms:W3CDTF">2025-11-15T18:25:48Z</dcterms:modified>
  <cp:category>Security</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ee0a2ca-1f82-4d71-945e-490b82acd68f_Enabled">
    <vt:lpwstr>true</vt:lpwstr>
  </property>
  <property fmtid="{D5CDD505-2E9C-101B-9397-08002B2CF9AE}" pid="3" name="MSIP_Label_4ee0a2ca-1f82-4d71-945e-490b82acd68f_SetDate">
    <vt:lpwstr>2021-05-27T20:25:39Z</vt:lpwstr>
  </property>
  <property fmtid="{D5CDD505-2E9C-101B-9397-08002B2CF9AE}" pid="4" name="MSIP_Label_4ee0a2ca-1f82-4d71-945e-490b82acd68f_Method">
    <vt:lpwstr>Privileged</vt:lpwstr>
  </property>
  <property fmtid="{D5CDD505-2E9C-101B-9397-08002B2CF9AE}" pid="5" name="MSIP_Label_4ee0a2ca-1f82-4d71-945e-490b82acd68f_Name">
    <vt:lpwstr>4ee0a2ca-1f82-4d71-945e-490b82acd68f</vt:lpwstr>
  </property>
  <property fmtid="{D5CDD505-2E9C-101B-9397-08002B2CF9AE}" pid="6" name="MSIP_Label_4ee0a2ca-1f82-4d71-945e-490b82acd68f_SiteId">
    <vt:lpwstr>88af1572-1347-45b6-8f65-b0984a71599f</vt:lpwstr>
  </property>
  <property fmtid="{D5CDD505-2E9C-101B-9397-08002B2CF9AE}" pid="7" name="MSIP_Label_4ee0a2ca-1f82-4d71-945e-490b82acd68f_ActionId">
    <vt:lpwstr>61103d38-d3a9-4793-93a7-f8732df4cf47</vt:lpwstr>
  </property>
  <property fmtid="{D5CDD505-2E9C-101B-9397-08002B2CF9AE}" pid="8" name="MSIP_Label_4ee0a2ca-1f82-4d71-945e-490b82acd68f_ContentBits">
    <vt:lpwstr>0</vt:lpwstr>
  </property>
</Properties>
</file>